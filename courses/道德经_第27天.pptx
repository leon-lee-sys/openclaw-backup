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A90D9"/>
                </a:solidFill>
                <a:latin typeface="Microsoft YaHei UI"/>
              </a:rPr>
              <a:t>道德经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 UI"/>
              </a:rPr>
              <a:t>第二十七天 · 第八十二章至第八十四章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566160"/>
            <a:ext cx="4873752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90D9"/>
                </a:solidFill>
                <a:latin typeface="KaiTi"/>
              </a:rPr>
              <a:t>至柔驰骋 · 无缝不弥 · 不争善胜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0F8"/>
                </a:solidFill>
                <a:latin typeface="Microsoft YaHei UI"/>
              </a:rPr>
              <a:t>三先生国学课件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A6E"/>
                </a:solidFill>
                <a:latin typeface="Microsoft YaHei UI"/>
              </a:rPr>
              <a:t>今日课程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第八十二章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柔弱处上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天下莫柔弱于水，而攻坚强者
莫之能胜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弱之胜强，柔之胜刚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第八十三章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善为下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79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大国以下小国，则取小国
小国以下大国，则取大国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为之下也，谷纳万物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第八十四章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不争善胜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天之道，不争而善胜
不言而善应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天道无亲，常与善人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第八十二章 · 柔弱处上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  <a:latin typeface="KaiTi"/>
              </a:rPr>
              <a:t>天下莫柔弱于水，而攻坚强者莫之能胜。
其无以易之。
弱之胜强，柔之胜刚。
天下莫不知，莫能行。
是以圣人云：
受国之垢，是谓社稷主；
受国不祥，是为天下王。
正言若反。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69280" cy="530352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【注释】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柔弱于水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828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没有比水更柔弱的东西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04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攻坚强者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042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攻打坚强敌人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79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莫之能胜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7977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没有什么能胜过它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552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无以易之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25526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没有什么能替换它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30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弱之胜强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7307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柔弱胜过刚强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受国之垢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206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承担国家的屈辱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8172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社稷主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68172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国家的主人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5721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受国不祥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157215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承担国家的灾祸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63270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正言若反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632703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正面的话听起来像反话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第八十二章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柔弱胜刚强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天下最柔弱的水，却能攻破最坚强的东西。水滴石穿，以柔克刚，是老子最核心的思想。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弱之胜强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柔弱胜过刚强，这不仅是自然规律，更是宇宙法则。强梁者不得其死。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承担与担当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能承担国家屈辱的人，才能成为国家之主；能承受灾祸的人，才能成为天下之王。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正言若反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最正确的道理听起来像反话。真理往往与常识相悖。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以柔克刚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遇到困难时，不要硬碰硬，像水一样顺势而为，往往能取得更好的效果。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柔不是弱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柔弱不是软弱，而是一种弹性、一种韧性。柔能持久，刚易折断。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担当精神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想要成大事，就要能承受委屈和苦难。吃得苦中苦，方为人上人。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逆向思维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当多数人都追求强硬时，选择柔弱反而能胜出。这是一种高级的智慧。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第八十三章 · 善为下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  <a:latin typeface="KaiTi"/>
              </a:rPr>
              <a:t>大国者下流，天下之交，天下之牝。
牝常以静胜牡，以静为下。
故大国以下小国，则取小国；
小国以下大国，则取大国。
故或下以取，或下而取。
大国不过欲兼畜人，小国不过欲入事人。
夫两者各得其所欲，大者宜为下。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 UI"/>
              </a:rPr>
              <a:t>第八十三章 · 注释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【注释（上）】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大国者下流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大国应当像水流下游一样谦下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天下之交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214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天下交汇之处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天下之牝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8833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天下最柔弱的雌性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552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牝常以静胜牡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5526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雌性常以安静胜过雄性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2219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以静为下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2219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因为安静而处于下方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以下小国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89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用谦下的态度对待小国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56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取小国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5604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取得小国的信任和归附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【注释（下）】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小国以下大国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小国用谦下的态度对待大国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21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取大国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1214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获得大国的庇护和支持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883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下以取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68833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谦下而取得（大国得小国）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552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下而取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25526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谦下而被取（小国得大国）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2219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兼畜人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82219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兼收并蓄人才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入事人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389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入朝奉事大国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9560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各得其所欲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95604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各自满足自己的愿望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第八十三章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大国者下流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大国应当像水一样处于下游，甘居人下。水流下游，万物归附；大国谦下，天下归心。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牝静胜牡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雌性以安静胜过雄性。静是道的本性，静能胜动，柔能克刚。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相下则相取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大国谦下则取小国，小国谦下则取大国。彼此谦下，双方各得其所。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各得其欲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大国想兼畜人，小国想入事人。两者各得其欲，关键在于大者宜为下。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谦下之道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越是强大，越要谦下。位高权重者若能谦下，更能赢得人心。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安静的力量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在纷争中保持安静，反而能占据上风。静观其变，以逸待劳。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互惠双赢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彼此谦下，双方都能得到想要的。合作比对抗更能共赢。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大者宜下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越是大人物、大家，越要放低姿态。水低为海，人低为王。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第八十四章 · 不争善胜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KaiTi"/>
              </a:rPr>
              <a:t>天之道，不争而善胜，
不言而善应，
召而不召然而自来，
坦然而善谋。
天道无亲，常与善人。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 UI"/>
              </a:rPr>
              <a:t>第八十四章 · 注释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【注释（上）】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不争而善胜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不争斗却善于获胜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不言而善应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不说话却善于回应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召而不召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34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召唤却不用召唤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自来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自己前来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【注释（下）】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坦然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平坦坦然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善谋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善于谋划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天道无亲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34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天道没有偏爱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常与善人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常常赐予、帮助善人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第八十四章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1E3C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不争而善胜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天道的运行不争斗却能获胜。这是道的无为而无不为的体现。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不言而善应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天道不说话却能回应一切。它按照自己的规律运行，万物自然响应。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天道无亲，常与善人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天道没有偏心，但它总是帮助善良的人。善有善报，这是宇宙的法则。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自然吸引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有道之人不用召唤，人们自然归附。这是德行的感召力。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1E3C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不争的境界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真正的高手不争，因为不需要争。有实力的人自然被认可，无需争辩。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默默做事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少说多做，用行动证明自己。不言而善应，用结果说话。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德行感召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培养良好的品德和德行，自然会吸引志同道合的人。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善有善报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坚持行善，天道会回报。不是迷信，而是一种信念和坚持。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A6E"/>
                </a:solidFill>
                <a:latin typeface="Microsoft YaHei UI"/>
              </a:rPr>
              <a:t>三章总结 · 智慧贯穿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6E"/>
                </a:solidFill>
                <a:latin typeface="Microsoft YaHei UI"/>
              </a:rPr>
              <a:t>第八十二章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6E"/>
                </a:solidFill>
                <a:latin typeface="Microsoft YaHei UI"/>
              </a:rPr>
              <a:t>柔弱处上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1089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KaiTi"/>
              </a:rPr>
              <a:t>柔弱之道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天下莫柔弱于水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弱之胜强，柔之胜刚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受国之垢，是为社稷主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正言若反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Microsoft YaHei UI"/>
              </a:rPr>
              <a:t>第八十三章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5A8C"/>
                </a:solidFill>
                <a:latin typeface="Microsoft YaHei UI"/>
              </a:rPr>
              <a:t>善为下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2240280"/>
            <a:ext cx="310896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5A8C"/>
                </a:solidFill>
                <a:latin typeface="KaiTi"/>
              </a:rPr>
              <a:t>谦下之道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大国者下流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牝常以静胜牡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大国以下小国则取小国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大者宜为下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6E"/>
                </a:solidFill>
                <a:latin typeface="Microsoft YaHei UI"/>
              </a:rPr>
              <a:t>第八十四章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6E"/>
                </a:solidFill>
                <a:latin typeface="Microsoft YaHei UI"/>
              </a:rPr>
              <a:t>不争善胜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57616" y="2240280"/>
            <a:ext cx="31089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KaiTi"/>
              </a:rPr>
              <a:t>无为之境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不争而善胜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不言而善应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天道无亲，常与善人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坦然善谋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90D9"/>
                </a:solidFill>
                <a:latin typeface="Microsoft YaHei UI"/>
              </a:rPr>
              <a:t>今日要点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148840"/>
            <a:ext cx="3959352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31720"/>
            <a:ext cx="8869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第八十二章：柔弱之道——天下莫柔弱于水，而攻坚强者莫之能胜。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第八十三章：谦下之道——大国者下流，大者宜为下。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第八十四章：无为之境——不争而善胜，天道无亲，常与善人。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A90D9"/>
                </a:solidFill>
                <a:latin typeface="KaiTi"/>
              </a:rPr>
              <a:t>天之道，不争而善胜；圣人之道，为而不争。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8"/>
                </a:solidFill>
                <a:latin typeface="Microsoft YaHei UI"/>
              </a:rPr>
              <a:t>—— 道德经 · 第八十二至八十四章 · 完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