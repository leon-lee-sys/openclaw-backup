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64592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E3C72"/>
                </a:solidFill>
              </a:defRPr>
            </a:pPr>
            <a:r>
              <a:t>俄语基础语法 · 第3天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333333"/>
                </a:solidFill>
              </a:defRPr>
            </a:pPr>
            <a:r>
              <a:t>名词第4格（做什么）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58368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A0A0"/>
                </a:solidFill>
              </a:defRPr>
            </a:pPr>
            <a:r>
              <a:t>День 3/84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一、第4格的意义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Винительный падеж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第4格 = 直接宾语，表示«做什么/把谁»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Я читаю книгу. = 我读书。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212848"/>
            <a:ext cx="8229600" cy="502920"/>
          </a:xfrm>
          <a:prstGeom prst="round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>
                <a:solidFill>
                  <a:srgbClr val="FFFFFF"/>
                </a:solidFill>
              </a:defRPr>
            </a:pPr>
            <a:r>
              <a:t>Он видит друга. = 他看见朋友。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852928"/>
            <a:ext cx="8229600" cy="457200"/>
          </a:xfrm>
          <a:prstGeom prst="roundRect">
            <a:avLst/>
          </a:prstGeom>
          <a:solidFill>
            <a:srgbClr val="B48C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第4格回答问题：кого? что? (谁？什么？)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58368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A0A0"/>
                </a:solidFill>
              </a:defRPr>
            </a:pPr>
            <a:r>
              <a:t>День 3/84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二、第4格变化规则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Склонение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阳性名词（活动物）：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студдент → студента (看见学生)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1284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друг → друга (看见朋友)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96896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阳性名词（非活动物）：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62656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дом → дом (看见房子) — 同第1格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346703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阴性名词：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712463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книга → книгу (看见书)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096511"/>
            <a:ext cx="8229600" cy="457200"/>
          </a:xfrm>
          <a:prstGeom prst="roundRect">
            <a:avLst/>
          </a:prstGeom>
          <a:solidFill>
            <a:srgbClr val="B48C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重点：活动物阳性第4格同第2格！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58368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A0A0"/>
                </a:solidFill>
              </a:defRPr>
            </a:pPr>
            <a:r>
              <a:t>День 3/84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三、课后练习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Упражнения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1. 将下列名词变为第4格：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4708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   дом, книга, друг, студдент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31136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457200" y="2615184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2. 中译俄：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99232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   我在读书。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383279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   他看见了朋友。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76732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   妈妈在做汤。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658368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A0A0"/>
                </a:solidFill>
              </a:defRPr>
            </a:pPr>
            <a:r>
              <a:t>День 3/84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