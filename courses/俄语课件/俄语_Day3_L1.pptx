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第3天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名词第4格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572000"/>
            <a:ext cx="5486400" cy="7315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Vinitelny padesh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Day3/84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一、第4格的意义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Vinitelny padesh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第4格 = 直接宾语，表示'做什么/把谁'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Ya chitayu knigu. = 我读书。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On vidit drugа. = 他看见朋友。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第4格回答问题：kogo? chto? (谁？什么？)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Day3/84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二、第4格变化规则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Sklonenie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阳性名词（活动物）：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student &gt; studenta (看见学生)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drug &gt; druga (看见朋友)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阳性名词（非活动物）：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dom &gt; dom (看见房子)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阴性名词：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1246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kniga &gt; knigu (看见书)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96511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重点：活动物阳性第4格同第2格！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Day3/84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三、第四格与完成体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Sovershennyy 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未完成体：Ya chitayu knigu. = 我在读书。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完成体：Ya prochitayu knigu. = 我读完书了。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Ya-delayu zadachu. = 我在做作业。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39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Ya sdayu zadachu. = 我提交作业。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完成体强调结果，未完成体强调过程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Day3/84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Uprazhneniya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将下列名词变为第4格：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dom, kniga, drug,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中译俄：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我在读书。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他看见了朋友。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妈妈在做汤。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Day3/84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