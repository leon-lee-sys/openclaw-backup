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0392B"/>
                </a:solidFill>
              </a:defRPr>
            </a:pPr>
            <a:r>
              <a:t>俄语进阶 День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A478A"/>
                </a:solidFill>
              </a:defRPr>
            </a:pPr>
            <a:r>
              <a:t>Приветствия и знакомство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深化问候与介绍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8 - Приветствия и знакомство | 进阶词汇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Как дела?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你好吗？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Очень хорошо!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非常好！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Рад знакомству!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很高兴认识你！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Как поживаете?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您近来好吗？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Давно не виделись!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好久不见了！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Что нового?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有什么新鲜事？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Всё отлично, спасибо!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一切都好，谢谢！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И у меня всё хорошо!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我也一切都好！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8 - Приветствия и знакомство | 语法要点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Вы → ты (亲密关系)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您式转为你式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Откуда вы? (询问籍贯)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您从哪里来？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Чем занимаетесь?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您是做什么工作的？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... лет (年龄表达)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我...岁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8 - Приветствия и знакомство | 实用对话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Здравствуйте! Как вас зовут?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Меня зовут Ли. А как вас?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Очень приятно! Откуда вы?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Я из Шанхая. А вы?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Я тоже из Китая! Как это здорово!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8 - Приветствия и знакомство | 文化小贴士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A1A1A"/>
                </a:solidFill>
              </a:defRPr>
            </a:pPr>
            <a:r>
              <a:t>俄罗斯人在正式场合习惯用Вы（您），关系熟悉后才用ты（你）。初次见面通常握手，关系亲密后可能拥抱贴面礼。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