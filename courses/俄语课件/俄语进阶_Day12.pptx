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C0392B"/>
                </a:solidFill>
              </a:defRPr>
            </a:pPr>
            <a:r>
              <a:t>俄语进阶 День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A478A"/>
                </a:solidFill>
              </a:defRPr>
            </a:pPr>
            <a:r>
              <a:t>Покупки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9768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A1A1A"/>
                </a:solidFill>
              </a:defRPr>
            </a:pPr>
            <a:r>
              <a:t>深化购物用语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12 - Покупки | 进阶词汇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Сколько это стоит?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这个多少钱？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Это слишком дорого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这太贵了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У вас есть скидка?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有折扣吗？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Можно примерить?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可以试穿吗？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Где примерочная?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4747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试衣间在哪里？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93192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Я возьму это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40690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我要这个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5262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Дайте мне чек, пожалуйста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6634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请给我收据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1206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Можно оплатить картой?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52578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可以刷卡吗？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12 - Покупки | 语法要点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Этот/эта/это (指示代词)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0972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这个/这件/这辆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Слишком + PR/adv (程度)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69164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太...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4884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У меня есть + N (拥有)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2860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我有...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74320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A1A1A"/>
                </a:solidFill>
              </a:defRPr>
            </a:pPr>
            <a:r>
              <a:t>Мне нужно + N (需要)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88036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55555"/>
                </a:solidFill>
              </a:defRPr>
            </a:pPr>
            <a:r>
              <a:t>我需要...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337560"/>
            <a:ext cx="11643055" cy="9144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12 - Покупки | 实用对话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Здравствуйте! Сколько стоит эта куртка?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Двадцать тысяч рублей.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Это слишком дорого. Есть скидка?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Сейчас скидка двадцать процентов!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1A1A1A"/>
                </a:solidFill>
              </a:defRPr>
            </a:pPr>
            <a:r>
              <a:t>— Хорошо, я возьму!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47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6430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День 12 - Покупки | 文化小贴士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7729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1A1A1A"/>
                </a:solidFill>
              </a:defRPr>
            </a:pPr>
            <a:r>
              <a:t>在俄罗斯集市购物可以砍价，但在正规商场通常不讲价。俄罗斯人购物时很注重质量，喜欢买结实保暖的商品。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