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2: На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工作与职场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работа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офис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办公室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начальник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上司/老板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коллега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同事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совещание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会议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отчёт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дедлайн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截止日期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уволиться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辞职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职场常用语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На работе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Где офис?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办公室在哪里？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Когда совещание?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什么时候开会？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У меня дедлайн завтра.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我明天截止日期。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Я отправлю отчёт.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我会发送报告。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Спасибо за помощь!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谢谢帮忙！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Мне нужно уволиться.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4348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我需要辞职。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Ситуация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Доброе утро! Как дела?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Доброе утро! Хорошо, спасибо. Когда совещание?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В два часа. Вы готовы с отчётом?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Да, я отправлю его сегодня.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Отлично! Спасибо.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课后练习 · Упражнения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用俄语问同事：办公室在哪里？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翻译：我的截止日期是明天。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对话练习：询问会议时间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回答：Как дела на работе?（工作怎么样？）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职场核心词汇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工作常用表达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简单职场对话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3 - В ресторане (餐厅)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2/7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