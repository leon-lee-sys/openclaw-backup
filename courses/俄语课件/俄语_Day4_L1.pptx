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第4天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名词第5格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572000"/>
            <a:ext cx="5486400" cy="7315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Tvoritelny padesh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Day4/84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一、第5格的意义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Tvoritelny padesh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第5格 = 工具格，表示'用什么/和谁一起'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Ya pishu ruchkoy. = 我用笔写字。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12848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On idyot s drugom. = 他和朋友一起走。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52928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第5格回答问题：kem? chem? (用谁？用什么？)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Day4/84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二、第5格变化规则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Sklonenie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阳性/中性名词：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student &gt; studentom (用学生)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okno &gt; oknom (用窗户)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阴性名词：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kniga &gt; knigoy (用书)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46703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devushka &gt; devushkoy (和姑娘一起)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730752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规律：加 -om 或 -oy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Day4/84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三、第5格与动词搭配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Glagoly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常用动词：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stat (站在) + 第5格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saditsya (坐在) + 第5格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gorit (燃烧) + 第5格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80944"/>
            <a:ext cx="8229600" cy="502920"/>
          </a:xfrm>
          <a:prstGeom prst="round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FFFFFF"/>
                </a:solidFill>
              </a:defRPr>
            </a:pPr>
            <a:r>
              <a:t>Kniga lezhit na stole. = 书在桌子上。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21024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注意：на + 第6格 = 在...上面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Day4/84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四、课后练习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Uprazhneniya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将下列名词变为第5格：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dom, kniga, drug, okno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中译俄：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我用笔写字。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她和朋友一起走。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他站在窗边。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Day4/84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