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C72"/>
                </a:solidFill>
              </a:defRPr>
            </a:pPr>
            <a:r>
              <a:t>俄语基础语法 · 第4天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333333"/>
                </a:solidFill>
              </a:defRPr>
            </a:pPr>
            <a:r>
              <a:t>名词第5格（用什么）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4/84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一、第5格的意义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Творительный падеж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第5格 = 工具格，表示«用什么/和谁一起»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Я пишу ручкой. = 我用笔写字。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12848"/>
            <a:ext cx="8229600" cy="502920"/>
          </a:xfrm>
          <a:prstGeom prst="round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Он идёт с другом. = 他和朋友一起走。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52928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第5格回答问题：кем? чем? (用谁？用什么？)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4/84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二、第5格变化规则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Склонение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阳性/中性名词：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студдент → студентом (用学生)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1284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окно → окном (用窗户)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9689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C72"/>
                </a:solidFill>
              </a:defRPr>
            </a:pPr>
            <a:r>
              <a:t>阴性名词：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6265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книга → книгой (用书)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46703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девушка → девушкой (和姑娘一起)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30752"/>
            <a:ext cx="8229600" cy="457200"/>
          </a:xfrm>
          <a:prstGeom prst="roundRect">
            <a:avLst/>
          </a:prstGeom>
          <a:solidFill>
            <a:srgbClr val="B4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规律：加 -ом 或 -ой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4/84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三、课后练习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CFF"/>
                </a:solidFill>
              </a:defRPr>
            </a:pPr>
            <a:r>
              <a:t>Упражнения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1. 将下列名词变为第5格：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4708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дом, книга, друг, окно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31136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2615184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2. 中译俄：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99232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我用笔写字。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7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她和朋友一起走。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673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   他站在窗边。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5836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A0A0A0"/>
                </a:solidFill>
              </a:defRPr>
            </a:pPr>
            <a:r>
              <a:t>День 4/84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