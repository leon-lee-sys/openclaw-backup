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6459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E3C72"/>
                </a:solidFill>
              </a:defRPr>
            </a:pPr>
            <a:r>
              <a:t>俄语基础语法 · 第5天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333333"/>
                </a:solidFill>
              </a:defRPr>
            </a:pPr>
            <a:r>
              <a:t>名词第6格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4572000"/>
            <a:ext cx="5486400" cy="731520"/>
          </a:xfrm>
          <a:prstGeom prst="round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Predlozhny padesh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Day5/84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一、第6格的意义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Predlozhny padesh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第6格 = 前置词格，必须与前置词连用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常用前置词：в/на (在...里/上)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8229600" cy="502920"/>
          </a:xfrm>
          <a:prstGeom prst="round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FFFFFF"/>
                </a:solidFill>
              </a:defRPr>
            </a:pPr>
            <a:r>
              <a:t>Kniga na stole. = 书在桌子上。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834639"/>
            <a:ext cx="8229600" cy="502920"/>
          </a:xfrm>
          <a:prstGeom prst="round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FFFFFF"/>
                </a:solidFill>
              </a:defRPr>
            </a:pPr>
            <a:r>
              <a:t>Ya v universitete. = 我在大学里。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474720"/>
            <a:ext cx="8229600" cy="457200"/>
          </a:xfrm>
          <a:prstGeom prst="roundRect">
            <a:avLst/>
          </a:prstGeom>
          <a:solidFill>
            <a:srgbClr val="B48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第6格回答问题：o kom? o chem? (关于谁？关于什么？)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Day5/84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二、第6格变化规则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Sklonenie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阳性/中性名词：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student &gt; v universitete (在大学里)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1284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okno &gt; na okne (在窗户上)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96896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阴性名词：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62656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kniga &gt; v knige (在书里)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46703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devushka &gt; o devushke (关于姑娘)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730752"/>
            <a:ext cx="8229600" cy="457200"/>
          </a:xfrm>
          <a:prstGeom prst="roundRect">
            <a:avLst/>
          </a:prstGeom>
          <a:solidFill>
            <a:srgbClr val="B48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规律：加 -e 或 -i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Day5/84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三、六格综合练习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Uprazhneniya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1. 将下列名词变为各格（单数）：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4708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dom, kniga, student, okno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31136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457200" y="2615184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2. 用适当的格填空：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9923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Ya idu ___ (дом).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8327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Kniga lezhit ___ (стол).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673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Ya pomogayu ___ (друг).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Day5/84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