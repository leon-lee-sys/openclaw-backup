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第5天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名词第6格（关于什么）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5/84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一、第6格的意义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Предложный падеж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第6格 = 前置词格，必须与前置词连用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常用前置词：в / на (在...里/上)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Книга на столе. = 书在桌子上。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39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Я в университете. = 我在大学里。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第6格回答问题：о ком? о чём? (关于谁？关于什么？)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5/84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二、第6格变化规则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Склонение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阳性/中性名词：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студдент → в университете (在大学里)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окно → на окне (在窗户上)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阴性名词：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книга → в книге (在书里)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девушка → о девушке (关于姑娘)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规律：加 -е 或 -и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5/84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三、六格综合练习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Упражнения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将下列名词变为各格（单数）：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дом, книга, студдент, окно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用适当的格填空：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Я иду ___ (дом).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Книга лежит ___ (стол).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Я помогаю ___ (друг).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5/84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