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俄语7天速成班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День 1: Приветствие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问候与介绍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核心词汇 · Слова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Ключевые слова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приветствие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问候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знакомство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介绍/认识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здравствуйте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您好（正式）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добрый день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10896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日安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спасибо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пожалуйста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2062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请/不客气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извините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75487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对不起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1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до свидания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530351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再见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1/7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正式问候 · Официальное приветствие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Формальное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Здравствуйте!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您好！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Доброе утро!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早上好！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Добрый день!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65176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日安！/下午好！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Добрый вечер!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24612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晚上好！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Как ваши дела?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您好吗？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3484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Как поживаете?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4348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您过得怎么样？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Очень приятно!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502920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很高兴认识您！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1/7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非正式问候 · Неформальное приветствие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Разговорное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50292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Привет!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你好！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029200" cy="50292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Как дела?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10312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怎么样？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5029200" cy="50292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Что нового?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74320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有什么新鲜事？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5029200" cy="50292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Как жизнь?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38328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日子过得怎么样？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5029200" cy="50292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Пока!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402336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再见（朋友之间）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正式：здравствуйте / 非正式：привет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1/7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自我介绍 · Знакомство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Представление себя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Меня зовут...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我的名字是...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Я из Шанхая.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我来自上海。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Я работаю менеджером.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65176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我是经理。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Мне нравится читать книги.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24612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我喜欢读书。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1/7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情景对话 · Диалог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Ситуация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Здравствуйте! Меня зовут Ли Мин. Очень приятно!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Здравствуйте! Я Анна. Тоже очень приятно!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Откуда вы?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Я из Китая. А вы?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Я из России. Вы работаете здесь?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Да, я менеджер в компании.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1/7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语法要点 · Грамматика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Ключевые моменты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1. Меня зовут + 名字 = 自我介绍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2. Я из + 地方 = 我来自...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3. Я + 职业 = 我是...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4. 也可以说：Моё имя + 名字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1/7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课后练习 · Упражнения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Практика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1. 用俄语说你好和再见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2. 介绍自己：Меня зовут... Я из...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3. 翻译：您好，很高兴认识您！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3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4. 回答：Как ваши дела?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1/7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今日总结 ·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Что мы выучили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正式/非正式问候语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自我介绍：名字、来自哪里、职业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礼貌用语：спасибо, пожалуйста, извините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简单对话练习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7315200" cy="54864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Завтра: День 2 - На работе (工作职场)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1/7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