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0392B"/>
                </a:solidFill>
              </a:defRPr>
            </a:pPr>
            <a:r>
              <a:t>俄语进阶 День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A478A"/>
                </a:solidFill>
              </a:defRPr>
            </a:pPr>
            <a:r>
              <a:t>Здоровье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深化健康用语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13 - Здоровье | 进阶词汇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плохо себя чувствую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我感觉不舒服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У меня температура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我发烧了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Где аптека?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药店在哪里？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нужен врач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我需要看医生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У меня болит голова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我头疼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Вызовите скорую помощь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请叫救护车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аллергик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我有过敏症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нужны лекарства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我需要买药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13 - Здоровье | 语法要点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У меня болит + N (身体部位)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我...疼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нужен/нужна/нужно +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我需要...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аллергик на + AKK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我对...过敏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Вызвать + AKK (召唤)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叫...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13 - Здоровье | 实用对话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Алло! Скорая помощь?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Да, что случилось?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Мой друг упал и не может встать. Ему нужна помощь!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Какой у вас адрес?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Улица Пушкина, дом десять, квартира пять.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13 - Здоровье | 文化小贴士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A1A1A"/>
                </a:solidFill>
              </a:defRPr>
            </a:pPr>
            <a:r>
              <a:t>在俄罗斯看病通常需要预约，急诊可以直接去医院。药店到处都是，购买处方药需要医生处方。俄罗斯有很好的医疗体系，但外语服务可能有限。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