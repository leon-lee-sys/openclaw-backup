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0392B"/>
                </a:solidFill>
              </a:defRPr>
            </a:pPr>
            <a:r>
              <a:t>俄语进阶 День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A478A"/>
                </a:solidFill>
              </a:defRPr>
            </a:pPr>
            <a:r>
              <a:t>Культура и искусство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深化文化与艺术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14 - Культура и искусство | 进阶词汇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Вы любите искусство?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您喜欢艺术吗？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Мне нравится русская культура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我喜欢俄罗斯文化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Когда открывается музей?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博物馆什么时候开门？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хочу посетить театр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我想去看话剧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Это очень красиво!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这太美了！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У вас есть билеты на концерт?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你们有音乐会票吗？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Кто ваш любимый писатель?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您最喜欢的作家是谁？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206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люблю классическую музыку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我喜欢古典音乐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150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14 - Культура и искусство | 语法要点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Мне нравится + N (我喜欢)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......我喜欢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Кто ваш любимый + 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您最喜欢的......是谁？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Когда открывается + 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...什么时候开放？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хочу посетить + AKK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我想参观...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14 - Культура и искусство | 实用对话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Вы любите балет?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Да, я очень люблю русский балет!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Завтра вечером балет Лебединое озеро.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Это классический спектакль! Я очень хочу пойти!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Я могу купить билеты для нас обоих.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26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Спасибо! Это было бы замечательно!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14 - Культура и искусство | 文化小贴士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A1A1A"/>
                </a:solidFill>
              </a:defRPr>
            </a:pPr>
            <a:r>
              <a:t>俄罗斯文化底蕴深厚，芭蕾歌剧交响乐都是世界级的。莫斯科大剧院和马林斯基剧院是世界著名的艺术殿堂。俄罗斯人普遍受教育程度高，对文学诗歌和古典音乐有深厚兴趣。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