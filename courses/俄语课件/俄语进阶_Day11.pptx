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0392B"/>
                </a:solidFill>
              </a:defRPr>
            </a:pPr>
            <a:r>
              <a:t>俄语进阶 День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A478A"/>
                </a:solidFill>
              </a:defRPr>
            </a:pPr>
            <a:r>
              <a:t>Путешествие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深化旅行用语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11 - Путешествие | 进阶词汇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Где находится вокзал?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火车站在哪里？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Когда отправляется поезд?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火车什么时候出发？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Мне нужен билет в один конец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我需要单程票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Когда мы прибудем?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我们什么时候到达？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3756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Где можно взять такси?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哪里可以打车？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3192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69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Сколько стоит проезд?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069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票价多少钱？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262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Я заблудился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663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我迷路了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1206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5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Вы говорите по-английски?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25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您说英语吗？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7150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11 - Путешествие | 语法要点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В/на + PR (地点)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在...地方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Отправляться в/на + AKK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出发前往...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Сколько стоит + 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...多少钱？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Мне нужен/нужна/нужно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我需要（性数配合）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3756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11 - Путешествие | 实用对话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Извините, когда отправляется поезд до Москвы?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В десять часов вечера.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Мне нужно два билета. Сколько стоит?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Два билета - четыре тысячи рублей.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Хорошо, я беру!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11 - Путешествие | 文化小贴士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1A1A1A"/>
                </a:solidFill>
              </a:defRPr>
            </a:pPr>
            <a:r>
              <a:t>俄罗斯幅员辽阔，火车是重要的长途交通工具。俄罗斯有很多著名的火车站，莫斯科就有多个大型火车站，分别开往不同方向。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