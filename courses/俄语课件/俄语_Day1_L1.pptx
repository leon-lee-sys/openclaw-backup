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第1天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名词的第1格和第2格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572000"/>
            <a:ext cx="5486400" cy="7315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Imenitelnyy &amp; Roditelny padesh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一、什么是第1格？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Imenitelny padezh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第1格 = 主格，表示"谁/什么"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第1格是名词的原形，是所有名词的基础形式。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8229600" cy="54864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Student (学生) - etot student uchitsya.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8229600" cy="54864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Kniga (书) - eta kniga ochen interesnaya.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61188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记忆方法：第1格就是词典里单词的原形！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二、第2格的基本用法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Roditelny padezh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第2格主要表示"所属"关系，相当于中文的"的"：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Eto kniga studenta. = 这是学生的书。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Eto dom brata. = 这是弟弟的房子。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第2格还表示'来自'：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Ya iz Kitaya. = 我来自中国。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Ona iz Moskvy. = 她来自莫斯科。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关键语法：iz + 第2格 = 来自某地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三、名词第2格单数变化规则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Sklonenie sushchestvitelnykh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第一变格法（阴性名词）：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以 -a / -ya 结尾的阴性名词：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8229600" cy="54864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kniga &gt; knigi (书)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8229600" cy="54864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devushka &gt; devushki (姑娘)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第二变格法（阳性/中性名词）：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以硬辅音结尾的阳性名词：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8229600" cy="54864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dom &gt; doma (房子)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74920"/>
            <a:ext cx="8229600" cy="54864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student &gt; studenta (学生)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四、名词第2格变化示例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Primery skloneniya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阳性名词：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student &gt; studenta (学生的)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drug &gt; друга (朋友的)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vrach &gt; vracha (医生的)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阴性名词：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kniga &gt; knigi (书的)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devushka &gt; devushki (姑娘的)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6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规律：通常在词尾加 -a 或 -i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五、易错点：特殊结尾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Osobye sluchai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-t 结尾的动词名词：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chitat &gt; chteniya (阅读的) - 特殊变化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-ch 结尾的名词：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noch &gt; nochi (夜晚的) - ch &gt; 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注意：这类词的变化不规则，需要单独记忆！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六、数量词后的第2格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Roditelny posle chiselnykh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数字2-4后名词用单数第2格：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dva studenta (两个学生)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tri knigi (三本书)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chetyre devushki (四个姑娘)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数字5以上名词用复数第2格：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pyat studentov (五个学生)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关键：1之后单数，2-4单数第2格，5+复数第2格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七、第2格否定用法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Otritsatelny roditelny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否定"没有/不是"时使用第2格：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U menya net vremeni. = 我没有时间。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Eto ne moya kniga. = 这不是我的书。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net = 没有（现在时）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ne bylo = 没有（过去时）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ne budet = 没有（将来时）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结构：U + 人称 + net + 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八、阅读理解练习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Chteniye s ponimaniyem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Menya zovut Anna. Ya iz Moskvy. Ya studentka universiteta. Moy brat tozhe student. On iz Sankt-Peterburga.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请回答：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Kak eye zovut? (她叫什么？)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Otkuda Anna? (她来自哪里？)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3. Kto eye brat? (她弟弟是做什么的？)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提示：studentka = 女大学生，universitet = 大学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九、翻译练习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Perevod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中译俄练习：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这是我朋友的书。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我来自中国。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3. 她没有时间。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参考答案：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Eto kniga moego druga.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Ya iz Kitaya.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3. U neyo net vremeni.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十、本课重点总结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Itogi uroka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第2格核心用法：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① 表示所属：chyo? &gt; ...的...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② 表示来源：iz + 第2格 = 来自...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③ 数字搭配：2-4用单数，5+用复数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④ 否定结构：net + 第2格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今日关键词汇：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dom (房子) &gt; doma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kniga (书) &gt; knigi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student (学生) &gt; studenta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74920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记住：名词第2格回答chya?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Uprazhneniya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将下列名词变为第2格：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0195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dom, kniga, okno, drug, student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942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用所给名词的适当形式填空：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4436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Ya student &gt; Ya iz ___ (Moskva)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3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Eto kniga &gt; Eto kniga ___ (moy drug)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39311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57200" y="3986783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3. 中译俄：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34255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这是我朋友的书。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81727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我来自上海。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Day1-L1/12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