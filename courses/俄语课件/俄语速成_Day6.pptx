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俄语7天速成班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День 6: Здоровье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33333"/>
                </a:solidFill>
              </a:defRPr>
            </a:pPr>
            <a:r>
              <a:t>健康与医疗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6/7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核心词汇 ·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Ключевые слова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больница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医院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врач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医生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аптека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56032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药房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0896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лекарство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310896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температура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5760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发烧/温度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06240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голова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206240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7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горло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475487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喉咙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19"/>
            <a:ext cx="3657600" cy="45720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насморк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5303519"/>
            <a:ext cx="4389120" cy="457200"/>
          </a:xfrm>
          <a:prstGeom prst="roundRect">
            <a:avLst/>
          </a:prstGeom>
          <a:solidFill>
            <a:srgbClr val="3C8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流鼻涕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6/7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就医常用语 · Фразы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Как сказать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Где больница?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46304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医院在哪里？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У меня болит голова.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05740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我头疼。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5176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Мне нужны лекарства.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265176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我需要药。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Какая температура?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324612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多少度？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029200" cy="50292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FFFFFF"/>
                </a:solidFill>
              </a:defRPr>
            </a:pPr>
            <a:r>
              <a:t>Я себя плохо чувствую.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840480"/>
            <a:ext cx="3017520" cy="50292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333333"/>
                </a:solidFill>
              </a:defRPr>
            </a:pPr>
            <a:r>
              <a:t>我感觉不舒服。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6/7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情景对话 · Диалог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У врача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Здравствуйте! Что у вас болит?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У меня болит голова и горло.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Давайте измерим температуру.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Хорошо. Какая температура?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— Тридцать семь и пять. Это простуда.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6/7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今日总结 · 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Что мы выучили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医疗词汇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描述症状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C8C5A"/>
                </a:solidFill>
              </a:defRPr>
            </a:pPr>
            <a:r>
              <a:t>✅ 药房与就医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029200"/>
            <a:ext cx="7315200" cy="548640"/>
          </a:xfrm>
          <a:prstGeom prst="round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Завтра: День 7 - Культура (文化)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0A0A0"/>
                </a:solidFill>
              </a:defRPr>
            </a:pPr>
            <a:r>
              <a:t>День 6/7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