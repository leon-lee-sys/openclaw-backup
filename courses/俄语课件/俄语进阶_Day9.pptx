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C0392B"/>
                </a:solidFill>
              </a:defRPr>
            </a:pPr>
            <a:r>
              <a:t>俄语进阶 День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1A478A"/>
                </a:solidFill>
              </a:defRPr>
            </a:pPr>
            <a:r>
              <a:t>Работа и карьера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2976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A1A1A"/>
                </a:solidFill>
              </a:defRPr>
            </a:pPr>
            <a:r>
              <a:t>深化工作与职业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6430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День 9 - Работа и карьера | 进阶词汇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Я работаю в компании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097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我在公司工作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Моя должность - менеджер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6916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我的职位是经理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4884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Я отвечаю за проекты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2860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我负责项目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74320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880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У меня важная встреча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880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我有一个重要会议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33756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474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Когда у вас перерыв?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474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您什么时候休息？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93192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0690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Я занимаюсь маркетингом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0690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我从事市场营销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52628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6634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Мы команда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6634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我们是一个团队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12064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2578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Хорошая работа!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52578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工作出色！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71500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6430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День 9 - Работа и карьера | 语法要点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Кем вы работаете? (职业)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097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您做什么工作？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Где вы работаете? (地点)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6916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您在哪儿工作？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4884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Я работаю с 9 до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2860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我朝九晚六工作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74320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880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У нас гибкий график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880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我们的工作时间灵活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33756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6430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День 9 - Работа и карьера | 实用对话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1A1A"/>
                </a:solidFill>
              </a:defRPr>
            </a:pPr>
            <a:r>
              <a:t>— Где вы работаете?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1A1A"/>
                </a:solidFill>
              </a:defRPr>
            </a:pPr>
            <a:r>
              <a:t>— Я работаю в международной компании.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1A1A"/>
                </a:solidFill>
              </a:defRPr>
            </a:pPr>
            <a:r>
              <a:t>— Какой у вас график работы?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1A1A"/>
                </a:solidFill>
              </a:defRPr>
            </a:pPr>
            <a:r>
              <a:t>— Обычно с девяти утра до шести вечера.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1A1A"/>
                </a:solidFill>
              </a:defRPr>
            </a:pPr>
            <a:r>
              <a:t>— Это очень удобно!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6430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День 9 - Работа и карьера | 文化小贴士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2000">
                <a:solidFill>
                  <a:srgbClr val="1A1A1A"/>
                </a:solidFill>
              </a:defRPr>
            </a:pPr>
            <a:r>
              <a:t>俄罗斯人很重视职业身份，见面常问工作。工作场合一般比较正式，注意使用Вы来称呼。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