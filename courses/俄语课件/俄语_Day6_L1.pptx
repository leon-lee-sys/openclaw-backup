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俄语基础语法 · 第6天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33333"/>
                </a:solidFill>
              </a:defRPr>
            </a:pPr>
            <a:r>
              <a:t>形容词性数配合（一）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572000"/>
            <a:ext cx="5486400" cy="7315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Soglasovaniye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Day6/84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一、形容词性数配合原则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Soglasovaniye prilagatelnykh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形容词必须与名词在性、数上一致：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阳性：большой дом (大房子)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阴性：большая kniga (大书)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中性：большoye okno (大窗户)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79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记住：性数一致是俄语形容词的核心规则！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Day6/84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二、阳性形容词词尾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Okonchaniya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以 -ый / -ой 结尾的形容词：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новый (新的) &gt; нового, новому...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большой (大的) &gt; большого, большому...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以 -ний 结尾的形容词：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хороший (好的) &gt; хорошего, хорошему...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46703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规律：阳性形容词回答Какой? (什么样的？)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Day6/84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三、阴性形容词词尾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Zhenskiy rod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以 -ая / -яя 结尾的形容词：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новый &gt; новая kniga (新书)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хороший &gt; хорошая devushka (好姑娘)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特殊：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большой &gt; большая komnata (大房间)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46703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规律：阴性形容词回答Какая? (什么样的？)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Day6/84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Uprazhneniya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将形容词变为适当形式：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большой ___ (дом)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новая ___ (книга)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хороший ___ (друг)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中译俄：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一本新书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5137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一个好学生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3542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一扇大窗户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Day6/84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