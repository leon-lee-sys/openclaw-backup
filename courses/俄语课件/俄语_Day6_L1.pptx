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64592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E3C72"/>
                </a:solidFill>
              </a:defRPr>
            </a:pPr>
            <a:r>
              <a:t>俄语基础语法 · 第6天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333333"/>
                </a:solidFill>
              </a:defRPr>
            </a:pPr>
            <a:r>
              <a:t>形容词性数配合（一）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6/84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一、形容词性数配合原则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Согласование прилагательных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形容词必须与名词在性、数上一致：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阳性：большой дом (大房子)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阴性：большая книга (大书)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中性：большое окно (大窗户)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26079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记住：性数一致是俄语形容词的核心规则！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6/84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二、阳性形容词词尾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Окончания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以 -ый / -ой 结尾的形容词：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новый (新的) → нового, новому...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большой (大的) → большого, большому...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9689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以 -ний 结尾的形容词：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хороший (好的) → хорошего, хорошему...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46703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规律：阳性形容词回答Какой? (什么样的？)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6/84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三、阴性形容词词尾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Женский род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E3C72"/>
                </a:solidFill>
              </a:defRPr>
            </a:pPr>
            <a:r>
              <a:t>以 -ая / -яя 结尾的形容词：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новый → новая книга (新书)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1284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хороший → хорошая девушка (好姑娘)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596896"/>
            <a:ext cx="8229600" cy="457200"/>
          </a:xfrm>
          <a:prstGeom prst="roundRect">
            <a:avLst/>
          </a:prstGeom>
          <a:solidFill>
            <a:srgbClr val="B48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规律：阴性形容词回答Какая? (什么样的？)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6/84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1E3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四、课后练习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Упражнения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1. 将形容词变为适当形式：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большой ___ (дом)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113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новая ___ (книга)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1518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хороший ___ (друг)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57200" y="3383279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2. 中译俄：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7673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一本新书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51376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一个好学生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35424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333333"/>
                </a:solidFill>
              </a:defRPr>
            </a:pPr>
            <a:r>
              <a:t>   一扇大窗户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6583680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A0A0A0"/>
                </a:solidFill>
              </a:defRPr>
            </a:pPr>
            <a:r>
              <a:t>День 6/84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