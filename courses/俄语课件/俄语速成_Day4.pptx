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俄语7天速成班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C72"/>
                </a:solidFill>
              </a:defRPr>
            </a:pPr>
            <a:r>
              <a:t>День 4: Путешествие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旅行与交通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4/7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核心词汇 · Слова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Ключевые слова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аэропорт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机场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вокзал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火车站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032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билет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6032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самолёт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10896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飞机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поезд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65760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火车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автобус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20624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公交车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79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такси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754879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出租车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03519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гостиница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5303519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酒店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4/7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交通常用语 · Фразы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Как спросить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Где аэропорт?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46304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机场在哪里？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5740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Один билет, пожалуйста.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05740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请给我一张票。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Сколько стоит?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65176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多少钱？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Когда отправление?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24612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什么时候出发？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Мне нужно в гостиницу.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84048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我需要去酒店。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4/7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情景对话 · Диалог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В аэропорту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Здравствуйте! Один билет до Москвы, пожалуйста.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Когда вы хотите лететь?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Завтра утром.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Хорошо. Сколько стоит?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Двадцать тысяч рублей.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今日总结 · 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Что мы выучили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8C5A"/>
                </a:solidFill>
              </a:defRPr>
            </a:pPr>
            <a:r>
              <a:t>✅ 交通词汇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8C5A"/>
                </a:solidFill>
              </a:defRPr>
            </a:pPr>
            <a:r>
              <a:t>✅ 问路与购票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8C5A"/>
                </a:solidFill>
              </a:defRPr>
            </a:pPr>
            <a:r>
              <a:t>✅ 机场对话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029200"/>
            <a:ext cx="7315200" cy="54864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Завтра: День 5 - Покупки (购物)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4/7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