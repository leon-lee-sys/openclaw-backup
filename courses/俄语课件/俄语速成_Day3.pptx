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俄语7天速成班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День 3: В ресторане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餐厅与点餐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3/7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核心词汇 · Слова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Ключевые слова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ресторан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餐厅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меню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菜单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заказ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点单/订单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счёт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10896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账单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вода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65760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хлеб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20624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面包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79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мясо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754879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19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овощи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5303519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蔬菜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3/7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点餐常用语 · Фразы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Как заказать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Можно меню?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6304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请给我菜单？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Что вы рекомендуете?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5740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您推荐什么？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Я хочу заказать...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65176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我想点...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Счёт, пожалуйста.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24612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买单。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Это очень вкусно!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84048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这很好吃！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情景对话 · Диалог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В ресторане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Добрый вечер! Можно меню?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Пожалуйста! Что вы рекомендуете?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Сегодня мы рекомендуем мясо с овощами.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Хорошо, я возьму это. И воды, пожалуйста.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Счёт, пожалуйста. Спасибо за обед!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3/7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今日总结 · 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Что мы выучили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餐厅词汇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点餐用语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买单表达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29200"/>
            <a:ext cx="7315200" cy="54864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Завтра: День 4 - Путешествие (旅行)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3/7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