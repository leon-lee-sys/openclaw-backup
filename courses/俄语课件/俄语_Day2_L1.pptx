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俄语基础语法 · 第2天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33333"/>
                </a:solidFill>
              </a:defRPr>
            </a:pPr>
            <a:r>
              <a:t>名词第3格（给谁）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2/84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一、第3格的意义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Дательный падеж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第3格 = 间接宾语，表示«给谁/为谁»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Дайте книгу студенту. = 把书给学生。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12848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Я помогаю другу. = 我帮助朋友。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第3格回答问题：кому? чему? (给谁？向什么？)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2/84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二、第3格变化规则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Склонение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阳性名词：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студдент → студенту (给学生)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друг → другу (给朋友)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阴性名词：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книга → книге (给书)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девушка → девушке (给姑娘)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30752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规律：词尾加 -у 或 -е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2/84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三、人称代词第3格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Местоимения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я → мне, ты → тебе, он → ему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она → ей, мы → нам, вы → вам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Они помогают мне. = 他们帮助我。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39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Я даю книгу ей. = 我把书给她。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记忆：人称代词第3格需要单独记忆！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2/84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Упражнения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将下列名词变为第3格：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дом, книга, друг, студдент, девушка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用人称代词填空：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Я даю книгу ___ (он).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Он помогает ___ (она).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415137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3. 中译俄：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3542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我把书给朋友。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947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妈妈帮助女儿。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2/84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