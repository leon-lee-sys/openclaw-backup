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E3C72"/>
                </a:solidFill>
              </a:defRPr>
            </a:pPr>
            <a:r>
              <a:t>俄语基础语法 · 第2天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333333"/>
                </a:solidFill>
              </a:defRPr>
            </a:pPr>
            <a:r>
              <a:t>名词第3格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4572000"/>
            <a:ext cx="5486400" cy="7315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Datelny padesh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Day2/84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一、第3格的意义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Datelny padesh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第3格 = 间接宾语，表示'给谁/为谁'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Daite knigu studentu. = 把书给学生。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12848"/>
            <a:ext cx="8229600" cy="5029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Ya pomogayu drugu. = 我帮助朋友。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52928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第3格回答问题：komu? chemu? (给谁？向谁？)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Day2/84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二、第3格变化规则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Sklonenie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阳性名词：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student &gt; studentu (给学生)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drug &gt; drugu (给朋友)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阴性名词：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6265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kniga &gt; knige (给书)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46703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devushka &gt; devushke (给姑娘)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30752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规律：词尾加 -u 或 -e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Day2/84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三、人称代词第3格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Mestoimeniya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我 &gt; мне, 你 &gt; тебе, 他 &gt; ему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她 &gt; ей, 我们 &gt; нам, 你们 &gt; вам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8229600" cy="5029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Oni pomogayut mne. = 他们帮助我。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34639"/>
            <a:ext cx="8229600" cy="5029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Ya dayu knigu yey. = 我把书给她。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记忆：人称代词第3格需要单独记忆！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Day2/84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四、第3格与动词搭配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Glagoly s datelnym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常用动词：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pomogat (帮助) + 第3格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davat (给) + 第3格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rasskazyvat (告诉) + 第3格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80944"/>
            <a:ext cx="8229600" cy="5029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Uchitel pomogayet studentam. = 老师帮助学生们。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Day2/84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五、课后练习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Uprazhneniya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1. 将下列名词变为第3格：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dom, kniga, drug, student, devushka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61518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2. 用人称代词填空：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9923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Ya dayu knigu ___ (on).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On pomogayet ___ (ona).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673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57200" y="415137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3. 中译俄：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3542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我把书给朋友。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1947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妈妈帮助女儿。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Day2/84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