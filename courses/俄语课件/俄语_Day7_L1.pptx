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俄语基础语法 · 第7天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形容词性数配合（二）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7/84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一、中性形容词词尾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Средний род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以 -ое / -ее 结尾的形容词：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новое окно (新窗户)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большое здание (大建筑)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以 -нее 结尾的形容词：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хорошее настроение (好心情)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46703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规律：中性形容词回答Какое? (什么样的？)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7/84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二、形容词短尾形式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Краткая 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有些形容词有短尾形式（作谓语用）：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Он красивый. → Он красив. (他帅)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Она красивая. → Она красива. (她漂亮)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短尾形容词用在句子中作表语：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62656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Этот дом большой. → Этот дом болен. (这房子大)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02735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注意：短尾形容词只用作谓语！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7/84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三、综合练习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Упражнения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将形容词变为适当形式（性数配合）：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большой ___ (дом, окно, комната)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новый ___ (книга, письмо, студдент)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选用适当形容词填空：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___ погода (хороший/хорошая/хорошее)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___ студдент (умный/умная/умное)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7/84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