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0392B"/>
                </a:solidFill>
              </a:defRPr>
            </a:pPr>
            <a:r>
              <a:t>俄语进阶 День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A478A"/>
                </a:solidFill>
              </a:defRPr>
            </a:pPr>
            <a:r>
              <a:t>В ресторане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深化餐厅用语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10 - В ресторане | 进阶词汇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Можно меню?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可以给我菜单吗？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Я хотел бы заказать...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我想点...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Какое у вас фирменное блюдо?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你们有什么招牌菜？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Счёт, пожалуйста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买单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Это очень вкусно!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这个很好吃！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69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Мне, пожалуйста, воду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069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请给我水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Без острого, пожалуйста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663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请不要辣的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206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Можно оплатить картой?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可以刷卡吗？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150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10 - В ресторане | 语法要点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Я бы хотел + AKK (愿望)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我想要...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Мне нужно + N (需要)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我需要...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Без + G (否定)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不要...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С + I (一起)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和...一起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10 - В ресторане | 实用对话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Добрый вечер! Можно меню?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Конечно! Вот, пожалуйста.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Что вы рекомендуете?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Наше фирменное блюдо - борщ!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Отлично! Принесите, пожалуйста, борщ.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10 - В ресторане | 文化小贴士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1A1A1A"/>
                </a:solidFill>
              </a:defRPr>
            </a:pPr>
            <a:r>
              <a:t>在俄罗斯餐厅，给小费不是强制的，但如果你对服务满意，通常会给账单的10-15%。俄罗斯菜品口味偏重，多用油和盐。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