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俄语7天速成班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День 5: Покупки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购物与价格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5/7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核心词汇 · Слова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Ключевые слова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магазин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商店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цена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价格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скидка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折扣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оплата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10896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支付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наличные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现金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карта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2062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размер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75487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尺寸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1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цвет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530351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颜色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5/7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购物常用语 · Фразы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Как купить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Сколько стоит?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多少钱？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Это слишком дорого.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这太贵了。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Можно скидку?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65176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可以打折吗？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Я беру это.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24612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我买了。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Можно картой?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可以刷卡吗？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5/7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情景对话 · Диалог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В магазине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Здравствуйте! Сколько стоит эта рубашка?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Две тысячи рублей.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О, это слишком дорого. Можно скидку?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Хорошо, будет одна тысяча пятьсот.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Хорошо, я беру это!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5/7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今日总结 ·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Что мы выучили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购物词汇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询价与砍价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付款表达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7315200" cy="54864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Завтра: День 6 - Здоровье (健康)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5/7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