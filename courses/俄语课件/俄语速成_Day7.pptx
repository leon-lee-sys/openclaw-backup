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7: Культура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文化与娱乐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7/7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кино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电影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театр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剧院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музей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博物馆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музыка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音乐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искусство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艺术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выставка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展览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футбол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足球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книга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7/7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娱乐常用语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Как пригласить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Вы хотите пойти в кино?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你想去看电影吗？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Давайте пойдём в театр!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我们去看剧吧！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Мне нравится русская музыка.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我喜欢俄罗斯音乐。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Когда выставка?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展览什么时候？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Это очень интересно!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这很有趣！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7/7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Приглашение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Привет! Что ты хочешь делать сегодня?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Не знаю. А что?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Вы хотите пойти в музей?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Да, это хорошая идея!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Отлично! До встречи!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7/7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7天总结 · Итоги недели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Всё 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1: Приветствие — 问候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2: На работе — 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3: В ресторане — 餐厅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4: Путешествие — 旅行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5: Покупки — 购物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6: Здоровье — 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8C5A"/>
                </a:solidFill>
              </a:defRPr>
            </a:pPr>
            <a:r>
              <a:t>✅ Day 7: Культура — 文化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9280"/>
            <a:ext cx="7315200" cy="54864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🎉 恭喜！7天速成班完成！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