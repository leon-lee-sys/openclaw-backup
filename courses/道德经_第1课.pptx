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《道德经》第1-3章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宇宙观 · 道之本体 · 无为而治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E3C72"/>
                </a:solidFill>
              </a:defRPr>
            </a:pPr>
            <a:r>
              <a:t>道可道，非常道。名可名，非常名。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—— 《道德经》开篇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第一章 · 天地之始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600"/>
              </a:spcBef>
              <a:defRPr sz="2400">
                <a:solidFill>
                  <a:srgbClr val="333333"/>
                </a:solidFill>
              </a:defRPr>
            </a:pPr>
            <a:r>
              <a:t>道可道，非常道；名可名，非常名。</a:t>
            </a:r>
          </a:p>
          <a:p>
            <a:pPr>
              <a:spcBef>
                <a:spcPts val="600"/>
              </a:spcBef>
              <a:defRPr sz="2400">
                <a:solidFill>
                  <a:srgbClr val="333333"/>
                </a:solidFill>
              </a:defRPr>
            </a:pPr>
            <a:r>
              <a:t>无名天地之始，有名万物之母。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道可道，非常道：能用语言说出来的'道'，就不是永恒不变的道了。'道'是不可言说的。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名可名，非常名：能用名字命名的东西，都不是永恒的名字。名字只是代号，不是本质。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无名天地之始：'无'是天地的本原——宇宙最初是一片虚无。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有名万物之母：'有'是万物的母亲——天地万物从'有'中产生。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第一章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'道'是宇宙本源，看不见摸不着却支配万物运行。顺应规律比强行干预更有效。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1. 道不可言说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真正的'道'超出语言边界，就像禅宗'不立文字'——语言只是指月的手指，不是月亮本身。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2. 名只是代号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我们给事物起的名字，只是代号，不是本质。如'手机'这个名不代表手机真正的存在。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3. 有无相生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'无'中生'有'，宇宙从虚无中诞生。就像创意从空白中产生，灵感从无意识中涌现。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第二章 · 相对之美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天下皆知美之为美，斯恶已；皆知善之为善，斯不善已。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美与丑对立：天下人都知道美之所以为美，是因为有丑的存在作为对比——没有丑就无所谓美。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善与恶对立：都知道善之所以为善，是因为有不善（恶）存在——没有恶就无所谓善。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对立才知标准：美和善的标准，是通过对比才产生的。没有对比就没有判断的基准。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核心：相对论：美丑、善恶都是相对的、可转化的。坏事可以变好事，好事也可能变坏事。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中国典故：塞翁失马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【故事原文】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近塞上之人有善术者，马无故亡而入胡。人皆吊之，其父曰：'此何遽不为福乎？'居数月，其马将胡骏马而归。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人皆贺之，其父曰：'此何遽不能为祸乎？'家富良马，其子好骑，坠而折其髀。人皆吊之，其父曰：'此何遽不为福乎？'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故事的启示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"祸兮福所倚，福兮祸所伏" —— 坏事可能变好事，好事也可能变坏事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【现代应用】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职场：被裁员了？也许是转型新事业的机会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投资：亏损了？也许是在教会你风险管理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人际：被人伤害？也许是在帮你识人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�希腊 赫拉克利特 · "对立统一" · 约前500年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没有黑暗就没有光明，没有战争就没有和平。宇宙是对立力量的和谐统一。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🇩🇪 黑格尔 · "辩证法" · 1800年代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正题→反题→合题，任何事物都在矛盾中发展转化。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🇬🇧 牛顿 · "相对运动" · 1687年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运动是相对的，快慢取决于参照物。没有绝对标准。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8347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🇺🇸 爱因斯坦 · "相对论" · 1905年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时间、空间都是相对的，取决于观察者的运动状态。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第三章 · 无为而治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不尚贤，使民不争；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不贵难得之货，使民不为盗；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不见可欲，使民心不乱。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不尚贤：不推崇贤能之名利，人们就不会攀比争夺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不贵货：不珍视稀有财物，人们就不会起盗心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不见欲：不展示诱惑之物，人们心神就不会纷乱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核心：无为：不是什么都不做，而是不人为制造欲望和纷争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历史验证：文景之治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【历史背景】（公元前180年-前141年）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汉文帝、汉景帝以黄老学说治国，实行"无为而治"——减轻赋税、与民休息、不兴土木。40年后，国库充盈，百姓安居，创造了中国历史上第一个盛世。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【具体措施】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田税降至三十税一：农民负担大减，生产积极性提高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废除酷刑：废除连坐法等严刑峻法，社会更和谐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不搞大型土木：不征发百姓建宫殿，还利于民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与匈奴和亲：避免战争，集中精力发展经济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生活中的智慧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🏢 职场管理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不过度KPI考核，反而激发创造力</a:t>
            </a:r>
            <a:br/>
            <a:r>
              <a:t>少开会、少汇报，员工反而更主动</a:t>
            </a:r>
            <a:br/>
            <a:r>
              <a:t>案例：谷歌的'20%自由时间'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👨‍👩‍👧 育儿教育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不拿孩子和别人比较</a:t>
            </a:r>
            <a:br/>
            <a:r>
              <a:t>不强调'赢在起跑线'</a:t>
            </a:r>
            <a:br/>
            <a:r>
              <a:t>让孩子按自己的节奏成长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🧘 心态调整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好事来了别得意，可能藏着危机</a:t>
            </a:r>
            <a:br/>
            <a:r>
              <a:t>坏事来了别绝望，也许转机就在其中</a:t>
            </a:r>
            <a:br/>
            <a:r>
              <a:t>保持平常心，不被外物所累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578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投资理财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不追求'高收益'，风险往往埋藏其中</a:t>
            </a:r>
            <a:br/>
            <a:r>
              <a:t>分散投资，不把鸡蛋放一个篮子</a:t>
            </a:r>
            <a:br/>
            <a:r>
              <a:t>记住'祸福相依'的辩证思维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💎 精华提炼 · 第一课总结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第一章·道之本体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"道"是宇宙本源，看不见却支配万物运行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第二章·相对之美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美丑、善恶对立统一，不执着于一边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第三章·无为而治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不过度干预，让事物按其本性自然发展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一句话总结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道法自然，无为而治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顺应规律，不加强制，让事物按其本性发展。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