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第七课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《道德经》第13-15章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宠辱若惊 · 致虚守静 · 微妙玄通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39496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646464"/>
                </a:solidFill>
              </a:defRPr>
            </a:pPr>
            <a:r>
              <a:t>「致虚极，守静笃。万物并作，吾以观复。」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第十三章 · 宠辱若惊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3C3C3C"/>
                </a:solidFill>
              </a:defRPr>
            </a:pPr>
            <a:r>
              <a:t>宠辱若惊，贵大患若身。何谓宠辱若惊？宠为下，得之若惊，失之若惊，是谓宠辱若惊。何谓贵大患若身？吾所以有大患者，为吾有身。及吾无身，或无患。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505050"/>
                </a:solidFill>
              </a:defRPr>
            </a:pPr>
            <a:r>
              <a:t>本章论述"宠辱若惊"与"贵身"之道。得宠与受辱都使人惊惧，因为两者都暗示自身处于被评判的下位。真正的忧患源于过度执着于自我身形——把身体看得太重。反之，若能超越私身之累，便能无患。核心在于破除自我中心，不以荣辱为念，方可超然物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第十三章 · 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【庄子·逍遥游】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505050"/>
                </a:solidFill>
              </a:defRPr>
            </a:pPr>
            <a:r>
              <a:t>尧帝想让天下给许由，许由却说："你治理天下已经治理得很好，我若再来代替你，不过是名不符实。名是实的宾位，我何苦求名呢？"许由拒不接受天下，因为他明白：执着于"有天下"的名位，恰是"大患"的根源。真正的逍遥者，不为宠辱所动，不以天下为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【斯多葛学派】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505050"/>
                </a:solidFill>
              </a:defRPr>
            </a:pPr>
            <a:r>
              <a:t>古罗马哲学家爱比克泰德说："人不是被事物本身困扰，而是被他们对事物的看法困扰。"这与老子"贵大患若身"的智慧相通。斯多葛派主张区分可控与不可控之事，不为外在的宠辱得失而扰乱内心，与道家"无身无患"异曲同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第十四章 · 致虚守静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3C3C3C"/>
                </a:solidFill>
              </a:defRPr>
            </a:pPr>
            <a:r>
              <a:t>致虚极，守静笃。万物并作，吾以观复。夫物芸芸，各复归其根。归根曰静，是谓复命。复命曰常，知常曰明。不知常，妄作凶。知常容，容乃公，公乃全，全乃天，天乃道，道乃久，没身不殆。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505050"/>
                </a:solidFill>
              </a:defRPr>
            </a:pPr>
            <a:r>
              <a:t>本章为全篇最精要之一。"致虚极，守静笃"——使心灵空明到极致坚守清静。万物蓬勃生长，我从中观察其循环往复的规律。一切纷繁复杂的事物，终将回归根本。回归根本叫"静"，这便是"复命"——复归本性的法则。认识这个法则叫"明"，不认识就会妄为招凶。认识法则则能包容，包容则公正，公正则周全，周全则合乎自然，合乎自然便合乎道，合道便能长久，终身免于危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第十四章 · 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>
                <a:solidFill>
                  <a:srgbClr val="505050"/>
                </a:solidFill>
              </a:defRPr>
            </a:pPr>
            <a:r>
              <a:t>【陶渊明·归去来兮辞】</a:t>
            </a:r>
            <a:br/>
            <a:br/>
            <a:r>
              <a:t>陶渊明任彭泽县令八十余日后，叹道："归去来兮，田园将芜胡不归？"他不为五斗米折腰，毅然辞官归隐。正是参透了"万物归根"的道理——官场荣辱不过是身外之物，回归本性、顺应自然才是正道。他在田园中找到了生命的归宿，达到"复命"的境界。</a:t>
            </a:r>
            <a:br/>
            <a:br/>
            <a:r>
              <a:t>【曾国藩·静字诀】</a:t>
            </a:r>
            <a:br/>
            <a:br/>
            <a:r>
              <a:t>曾国藩以"静"字为修身第一要诀。他在日记中写道："心静则体察精，克制亦省力。"纷乱的乱世中，正是内心的清静使他做出正确决策。这正是"致虚极，守静笃"的现实应用。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第十五章 · 微妙玄通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>
                <a:solidFill>
                  <a:srgbClr val="3C3C3C"/>
                </a:solidFill>
              </a:defRPr>
            </a:pPr>
            <a:r>
              <a:t>古之善为士者，微妙玄通，深不可识。夫唯不可识，故强为之容：豫兮若冬涉川，犹兮若畏四邻，俨兮其若客，涣兮若冰之将释，敦兮其若朴，旷兮其若谷，混兮其若浊。孰能浊以静之徐清？孰能安以久动之徐生？保此道者不欲盈。夫唯不盈，故能蔽不新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505050"/>
                </a:solidFill>
              </a:defRPr>
            </a:pPr>
            <a:r>
              <a:t>古代得道之人，思想微妙通达，深不可识。七种意象描绘其品格：谨慎如冬天涉水过河，警觉如畏惧四邻，恭敬如做客，洒脱如冰块消融，敦厚如未经雕琢的木料，空旷如深谷，浑厚如浊水。如何使浑水慢慢澄清？如何使安静转为徐徐生发？保持此道者不求盈满。正因不盈满，才能在守成中保有新的可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第十五章 · 典故案例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>
                <a:solidFill>
                  <a:srgbClr val="505050"/>
                </a:solidFill>
              </a:defRPr>
            </a:pPr>
            <a:r>
              <a:t>【张良·圮上进履】</a:t>
            </a:r>
            <a:br/>
            <a:br/>
            <a:r>
              <a:t>张良在桥下为老人拾鞋、穿鞋，老人知其可教，遂传《太公兵法》。张良一生谨慎小心，"状貌若妇人"，却在风云变幻中保全自身，助刘邦定天下，正是"豫兮若冬涉川"的典范。</a:t>
            </a:r>
            <a:br/>
            <a:br/>
            <a:r>
              <a:t>【曾国藩的用人之道】</a:t>
            </a:r>
            <a:br/>
            <a:br/>
            <a:r>
              <a:t>曾国藩选才用人，不求全责备，喜欢用"乡气重"之人——纯朴而有活力。正是"敦兮其若朴"的智慧。他深知：过于完美的人反而难以成事，不求盈满才能持续进步。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精华提炼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18288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第十三章：宠辱不惊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放下自我执着，不为宠辱得失所动。真正的内心安宁，来自于超越对身体的执念。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05840"/>
            <a:ext cx="3931920" cy="18288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第十四章：归根复命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55448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万事万物终归根本，静是回归的途径。致虚守静，方能洞察事物发展规律。知常曰明。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3931920" cy="1828800"/>
          </a:xfrm>
          <a:prstGeom prst="round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第十五章：微妙玄通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真正的智者深藏不露，谨慎而通达。不求盈满，方能保持持续成长的空间，守成而有新成。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017520"/>
            <a:ext cx="3931920" cy="18288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💡 本课核心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657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8DCFF"/>
                </a:solidFill>
              </a:defRPr>
            </a:pPr>
            <a:r>
              <a:t>静心致虚，复归根本</a:t>
            </a:r>
            <a:br/>
            <a:r>
              <a:t>不争不盈，玄德长存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