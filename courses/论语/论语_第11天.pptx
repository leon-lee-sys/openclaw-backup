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国学经典精读 · 第11天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3C72"/>
                </a:solidFill>
              </a:defRPr>
            </a:pPr>
            <a:r>
              <a:t>论语 · 颜渊第十二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第17章 · 四维正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孔子曰：君子之德风，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小人之德草。草上之风必偃。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领导者的德行像风，百姓的德行像草。风吹过来，草必然会倒下。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上行下效：上面的人影响下面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德风：领导者的示范作用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草必偃：被影响是必然的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第18章 · 己所不欲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仲弓问仁。子曰：出门如见大宾，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使民如承大祭。己所不欲，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勿施于人。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仲弓问什么是仁。孔子说：出门要像会见重要宾客。自己不愿意的，不要强加给别人。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恕道：推己及人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己所不欲勿施于人：儒家的黄金法则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出门如见大宾：尊重每一个人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第19章 · 求卓复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冉求曰：非不说子之道，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力不足也。子曰：力不足者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中道而废，今女画。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冉求说：我不是不喜欢您的学说，是才能不够。孔子说：才能不够的人是做一半就放弃，你是自己给自己画了界限。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画地为限：自己限制自己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力不足还是不想：很多时候是态度问题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突破自我设限：相信能力可以培养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