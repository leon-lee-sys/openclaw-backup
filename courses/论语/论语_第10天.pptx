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第10天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先进第十一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第14章 · 颜渊好学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哀公问：弟子孰为好学？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孔子对曰：有颜回者好学，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不迁怒，不贰过。不幸短命死矣！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鲁哀公问：你的学生谁是最好学的？孔子说：颜回最好学，他不迁怒于人，不重复犯同样的过错。不幸短命死了！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不迁怒：情绪管理，不向无关的人发泄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不贰过：从失败中学习，不重复犯错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好学的定义：不是学得多，而是人格完善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第15章 · 中庸之为德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子曰：中庸之为德也，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其至矣乎！民鲜久矣。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孔子说：中庸作为德行，是最高的了！百姓很少能长期实行它。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中庸之道：不偏不倚，恰到好处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民鲜久矣：很少人能长期坚持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日常体现：中庸就在百姓日用之中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第16章 · 学而时习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子曰：学而时习之，不亦说乎？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有朋自远方来，不亦乐乎？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人不知而不愠，不亦君子乎？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学习知识后时常复习不是很喜悦吗？有志同道合的朋友从远方来不是很快乐吗？别人不了解我，我却不恼怒，这不也是君子吗？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学而时习：学习需要不断复习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有朋远来：志同道合的朋友是人生财富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人不知不愠：不被认同时保持内心平静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