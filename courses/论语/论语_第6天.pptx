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国学经典精读 · 第6天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1E3C72"/>
                </a:solidFill>
              </a:defRPr>
            </a:pPr>
            <a:r>
              <a:t>论语 · 雍也第六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第6章 · 君子周急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6459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[原文]</a:t>
            </a:r>
          </a:p>
          <a:p>
            <a:pPr>
              <a:defRPr sz="2400">
                <a:solidFill>
                  <a:srgbClr val="333333"/>
                </a:solidFill>
              </a:defRPr>
            </a:pPr>
            <a:r>
              <a:t>子华使于齐，冉子为其母请粟。</a:t>
            </a:r>
          </a:p>
          <a:p>
            <a:pPr>
              <a:defRPr sz="2400">
                <a:solidFill>
                  <a:srgbClr val="333333"/>
                </a:solidFill>
              </a:defRPr>
            </a:pPr>
            <a:r>
              <a:t>子曰：与之釜。请益，曰：与之庾。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8229600" cy="118872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C8DCFF"/>
                </a:solidFill>
              </a:defRPr>
            </a:pPr>
            <a:r>
              <a:t>[Translation]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Zihua was sent on a mission to Qi. Ran Zi asked for grain for his mother. The Master said: 'Give her one fu.' Ran Zi asked for more. The Master said: 'Give her one yu.'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1. Appropriate Reward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子华使齐：公西赤出使齐国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2. Right Amount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冉子请粟：冉有为公西赤母亲请求粮食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3. Proportional Giving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与之釜庾：适量给予，不过多也不过少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