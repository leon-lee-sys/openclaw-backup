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国学经典精读 · 第12天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1E3C72"/>
                </a:solidFill>
              </a:defRPr>
            </a:pPr>
            <a:r>
              <a:t>论语 · 子路第十三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第20章 · 政者正也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子路问政。子曰：先之劳之。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请益。曰：无倦。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子路问如何治理政事。孔子说：自己带头做，百姓就会勤劳工作。子路请求多讲一些。孔子说：不要倦怠。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先之：以身作则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劳之：带动百姓勤劳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无倦：坚持不懈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第21章 · 其身正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子曰：其身正，不令而行；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其身不正，虽令不从。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孔子说：自身正了，不发布命令事情也能实行；自身不正，即使发布命令也没人听从。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以身作则：行动比言语更重要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身正令行：自身正了不需要强制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身不正虽令不从：权力不如威信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第22章 · 上有所好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828800"/>
          </a:xfrm>
          <a:prstGeom prst="roundRect">
            <a:avLst/>
          </a:prstGeom>
          <a:solidFill>
            <a:srgbClr val="F5F5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C72"/>
                </a:solidFill>
              </a:defRPr>
            </a:pPr>
            <a:r>
              <a:t>[原文]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上好礼，则民莫敢不敬；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上好义，则民莫敢不服；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上好信，则民莫敢不用情。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91840"/>
            <a:ext cx="8229600" cy="1097280"/>
          </a:xfrm>
          <a:prstGeom prst="round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[译文] 上面的人喜好礼仪，百姓就不敢不尊敬；上面的人喜好道义，百姓就不敢不服从；上面的人喜好诚信，百姓就不敢不真诚。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上行下效：上面的喜好影响下面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上好礼民莫敢不敬：领导者的示范作用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• 民的响应是必然的：不是拍马屁而是规律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5836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69696"/>
                </a:solidFill>
              </a:defRPr>
            </a:pPr>
            <a:r>
              <a:t>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