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第14天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卫灵公第十五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第26章 · 及人诸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子贡问曰：有一言而可以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终身行之者乎？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子曰：其恕乎！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己所不欲，勿施于人。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子贡问：有没有一个字可以终身奉行的？孔子说：大概是'恕'吧——自己不愿意的，不要强加给别人。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一以贯之：孔子思想的核心是恕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恕道：推己及人的方法论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终身奉行：简单但不容易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第27章 · 知进退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子曰：可与共学，未可与适道；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可与适道，未可与立；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可与立，未可与权。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孔子说：有的人可以一起学习，未必可以一起得道；有的人可以一起得道，未必可以一起坚守；有的人可以一起坚守，未必可以一起通权达变。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学→道→立→权：境界的递进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知进退：知道什么时候该坚持什么时候该变通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权道：通权达变是最高的境界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第28章 · 求道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子曰：求仁得仁，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又何怨？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孔子说：追求仁德而得到仁德，还有什么可抱怨的呢？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求仁得仁：追求什么就得到什么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无怨：内心平静不抱怨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知足：知道自己要什么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