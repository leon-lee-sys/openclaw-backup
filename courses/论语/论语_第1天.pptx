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Guo Xue Jing Dian Jing Du -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E3C72"/>
                </a:solidFill>
              </a:defRPr>
            </a:pPr>
            <a:r>
              <a:t>学而第一 Xue Er Di Yi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Xue Er Shi Xi (学而时习之), Xiao Ti Zhi Xing (孝悌之行), Qiao Yan Ling Se (巧言令色)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029200"/>
            <a:ext cx="64008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Zi Yue: 'Xue er shi xi zhi, bu yi yue hu?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1 - Xue Er Shi Xi (学而时习之)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[Original Text]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Zi Yue: 'Xue er shi xi zhi, bu yi yue hu?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You peng zi yuan fang lai, bu yi le hu?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Ren bu zhi er bu yun, bu yi junzi hu?'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00584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[Translation] 学习知识后时常复习不是很喜悦吗？有志同道合的朋友从远方来不是很快乐吗？别人不了解我，我却不恼怒，这不也是君子吗？</a:t>
            </a:r>
          </a:p>
          <a:p>
            <a:pPr>
              <a:defRPr sz="1500" i="1">
                <a:solidFill>
                  <a:srgbClr val="DCDCFF"/>
                </a:solidFill>
              </a:defRPr>
            </a:pPr>
            <a:r>
              <a:t>[EN] Is it not delightful to learn and constantly review what one has studied? Is it not a joy to have friends come from afar? Does it not show noble character when one is not resentful even if misunderstood?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1 - Xue Er Shi Xi (学而时习之) [Annotations]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[Annotations]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Xue (学): Study knowledge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Shi Xi (时习): Review and practice regularly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Shuo (说): Same as '悦' - joy and delight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Peng (朋): Like-minded friend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Yun (愠): Resentment, anger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Junzi (君子): Person of noble character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1 - Core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Core Concept</a:t>
            </a:r>
          </a:p>
          <a:p>
            <a:pPr>
              <a:defRPr sz="1700">
                <a:solidFill>
                  <a:srgbClr val="E6E6E6"/>
                </a:solidFill>
              </a:defRPr>
            </a:pPr>
            <a:r>
              <a:t>Xue er shi xi zhi: Learning is not just about listening to lectures, but more im...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1. Xue er shi xi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Learning knowledge requires constant review and practice - this is the fundamental method of learning. Reviewing the old to gain new insight is how true mastery is achieved.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2. You peng yuan fang lai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Having like-minded friends come from afar is a joy in life. True friends are companions of the soul.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3. Ren bu zhi bu yun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When others don't understand me, I am not resentful - this is the cultivation of a noble person. Maintaining calm when not recognized.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2 - Xiao Ti Zhi Xing (孝悌之行)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[Original Text]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You Zi Yue: 'Qi Wei Ren Ye Xiao Ti,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Er Hao Fan Shang Zhe, Xian Yi;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Bu Hao Fan Shang, Er Hao Zuo Luan Zhe, Wei Zhi You Ye.'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Junzi Wu Ben, Ben Li Er Dao Sheng.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Xiao Ti Ye Zhe, Qi Wei Ren Zhi Ben Yu!'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00584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[Translation] 有子说：一个人孝顺父母、尊敬兄长，却喜欢冒犯尊长，那是很少的；不喜欢冒犯尊长，却喜欢作乱，那是从来没有的。君子致力于根本，根本建立了，道就产生了。孝顺父母、尊敬兄长，这就是仁爱的根本啊！</a:t>
            </a:r>
          </a:p>
          <a:p>
            <a:pPr>
              <a:defRPr sz="1500" i="1">
                <a:solidFill>
                  <a:srgbClr val="DCDCFF"/>
                </a:solidFill>
              </a:defRPr>
            </a:pPr>
            <a:r>
              <a:t>[EN] Youzi said: 'A person who is filial to parents and respectful to elders rarely offends superiors. One who does not offend superiors yet likes to cause disorder - such a person has never existed. The noble person devotes himself to the root; when the root is established, the Way emerges. Filial piety and brotherly respect - these are the root of benevolence!'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2 - Xiao Ti Zhi Xing (孝悌之行) [Annotations]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[Annotations]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You Zi (有子): Confucius's student You Ran, courtesy name Ziyou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Xiao (孝): Filial piety - treating parents well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Ti (悌): Fraternal respect - respecting elders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Fan Shang (犯上): Offending superiors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Wu Ben (务本): Devoting efforts to the root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Ren (仁): Benevolence - the core of Confucius's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2 - Core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Core Concept</a:t>
            </a:r>
          </a:p>
          <a:p>
            <a:pPr>
              <a:defRPr sz="1700">
                <a:solidFill>
                  <a:srgbClr val="E6E6E6"/>
                </a:solidFill>
              </a:defRPr>
            </a:pPr>
            <a:r>
              <a:t>Xiao Ti ye zhe, qi wei ren zhi ben yu: Confucianism believes that 'Ren' is not a...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1. Xiao Ti Wei Ren Ben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Filial piety and fraternal respect are the root of benevolence - start from small matters, from family love to cultivate virtue.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2. Junzi Wu Ben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The noble person devotes himself to the root; when the root is established, the Way emerges - grasp the essence in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3. Xiu Shen Ci Xu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Starting from the family, first filial to parents and respectful to elders, then extending to others - ultimately reaching the realm of 'Ren'.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3 - Qiao Yan Ling Se (巧言令色)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[Original Text]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Zi Yue: 'Qiao yan ling se, xian yi ren!'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00584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[Translation] 孔子说：花言巧语、满脸堆笑的人，很少有仁德啊！</a:t>
            </a:r>
          </a:p>
          <a:p>
            <a:pPr>
              <a:defRPr sz="1500" i="1">
                <a:solidFill>
                  <a:srgbClr val="DCDCFF"/>
                </a:solidFill>
              </a:defRPr>
            </a:pPr>
            <a:r>
              <a:t>[EN] Confucius said: 'Those with clever words and ingratiating expressions rarely have virtue!'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3 - Qiao Yan Ling Se (巧言令色) [Annotations]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[Annotations]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Qiao Yan (巧言): Clever words - eloquent but insincere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Ling Se (令色): Ingratiating expressions - smiling to please others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Xian (鲜): Rare, few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3 - Core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Core Concept</a:t>
            </a:r>
          </a:p>
          <a:p>
            <a:pPr>
              <a:defRPr sz="1700">
                <a:solidFill>
                  <a:srgbClr val="E6E6E6"/>
                </a:solidFill>
              </a:defRPr>
            </a:pPr>
            <a:r>
              <a:t>巧言令色，鲜矣仁: This saying is even more cautionary in today's era - in the age of soc...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1.警惕伪善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花言巧语、满脸堆笑的人，很少有真正的仁德——孔子最讨厌虚伪。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2. 真诚为本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真正的仁德不在于说话好听、表情讨好，而在于内心的真诚。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3. 知人识人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看一个人不要听他说什么，要看他怎么做；不要被表面现象迷惑。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Western Thought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Socrates: Virtue is Knowledge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Socrates believed virtue comes from knowledge - knowing the good will lead to doing the good. This connects with 'Xue er shi xi' - learning is the foundation of virtue. 400 BCE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Aristotle: Habit Forms Virtue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We become just by doing just things, brave by doing brave things. Repeated practice forms virtue. c. 350 BCE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Confucius: Education for All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Confucius broke class limitations, allowing everyone to learn - his influence was broader than Socrates. c. 500 BCE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5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Dewey: Learning by Doing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Education is life itself, learning by doing - American philosopher Dewey's core idea connects with 'Shi xi zhi'. 1897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Modern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1. Xue er shi xi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Learning knowledge requires constant review and practice - this is the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2. Junzi Wu Ben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The noble person devotes himself to the root; when the root is establi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3. 知人识人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看一个人不要听他说什么，要看他怎么做；不要被表面现象迷惑。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Historical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Xue Er Shi Xi (学而时习之) - Background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Xue Er (学而) is the first chapter of the Analects, reflecting Confucius's educational philosophy and view of life. During the Spring and Autumn period, education was a privilege of the few, but Confucius advocated 'You jiao wu lei' (education for all without discrimination), allowing more people the opportunity to learn.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Day 1 -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Chapter 1: Xue Er Shi Xi (学而时习之)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Learning knowledge requires constant review and practice - this is the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2801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Chapter 2: Xiao Ti Zhi Xing (孝悌之行)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Filial piety and fraternal respect are the root of benevolence -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8229600" cy="12801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Chapter 3: Qiao Yan Ling Se (巧言令色)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花言巧语、满脸堆笑的人，很少有真正的仁德——孔子最讨厌虚伪。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57784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Zi Yue: 'Xue er shi xi zhi, bu yi yue hu?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