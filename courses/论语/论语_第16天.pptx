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第16天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阳货第十七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第32章 · 阳货第十七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阳货欲见孔子，孔子不见。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孔子曰：来！予欲无言。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阳货想见孔子，孔子不愿见他。孔子说：来呀！我想不说话。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阳货欲见：政治局势的复杂性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孔子不见：不与乱臣贼子为伍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予欲无言：有时候沉默是最大的声音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第33章 · 性相近习相远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子曰：性相近也，习相远也。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孔子说：人的本性是相近的，由于习染不同才相差很远。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性相近：人的本性是相近的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习相远：后天习染导致差异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教育的重要性：环境对人的影响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第34章 · 唯上知与下愚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子曰：唯上知与下愚不移。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孔子说：只有上等的智者和下等的愚人是改变不了的。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上知：最聪明的人不会被改变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下愚：最愚昧的人也不会被改变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中人可塑：大多数人的性情可以通过教育改变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