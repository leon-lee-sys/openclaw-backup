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第13天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宪问第十四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第23章 · 为政以德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为政以德譬如北辰，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居其所而众星共之。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用德行来治理国家，就像北极星——它在自己的位置上，而众星都环绕着它。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德治优于力治：感化而非强迫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北辰之喻：有德的领导者像北极星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无为而治：德行所至，人心自服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第24章 · 仁者无敌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仁者不忧，知者不惑，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勇者不惧。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有仁德的人不忧愁，有智慧的人不迷惑，勇敢的人不恐惧。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仁者不忧：内心安定没有忧虑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知者不惑：有智慧就能辨别是非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勇者不惧：勇敢的人一往无前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第25章 · 修身起践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子路曰：何以为身？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子曰：恭、宽、信、敏、惠。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恭则不侮，宽则得众，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信则人任焉，敏则有功，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惠则足以使人。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子路问如何修养自身。孔子说：恭敬、宽厚、诚信、勤敏、慈惠。恭敬就不会被侮辱，宽厚就能得到众人。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五德：恭、宽、信、敏、惠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恭则不侮：恭敬是立身之本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惠则足以使人：施恩惠才能用人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