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国学经典精读 · 第5天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1E3C72"/>
                </a:solidFill>
              </a:defRPr>
            </a:pPr>
            <a:r>
              <a:t>论语 · 公冶长第五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第5章 · 君子之道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64592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[原文]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子谓南容：邦有道不废，邦无道免于刑戮。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以其兄之子妻之。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00400"/>
            <a:ext cx="8229600" cy="118872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C8DCFF"/>
                </a:solidFill>
              </a:defRPr>
            </a:pPr>
            <a:r>
              <a:t>[Translation]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Confucius said of Nanrong: 'In a state with good government, he would not be dismissed; in a state with bad government, he would escape punishment.' He married his niece to him.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1. Adaptability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邦有道不废：国家政治清明时不会被废弃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49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2. Prudence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邦无道免于刑戮：国家混乱时能免于刑罚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26479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3. Family Trust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以其兄之子妻之：把侄女嫁给他，说明孔子对他的信任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2/14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