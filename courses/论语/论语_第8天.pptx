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国学经典精读 · 第8天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论语 · 泰伯第八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第8章 · 泰伯第八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子曰：泰伯其可谓至德也已矣，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三以天下让，民无得而称焉。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泰伯是周太王的长子，他三次把天下让给季历，百姓找不到词语来称赞他。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至德：泰伯的让国是最高德行的体现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三以天下让：多次礼让，发自内心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民无得而称：真正的高尚无法言说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第9章 · 士不可不弘毅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曾子曰：士不可不弘毅，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任重而道远。仁以为己任，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不亦重乎？死而后已，不亦远乎？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读书人必须有远大的志向和坚定的意志，因为负担重而路途远。把仁德作为自己的使命，直到死才能放下。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弘毅：志向远大、意志坚定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任重道远：仁德是一生的使命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死而后已：真正的坚持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第10章 · 可以学艺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子曰：诗三百，一言以蔽之，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曰思无邪。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《诗经》三百首，用一句话概括，就是思想纯正。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诗教功能：文学有教化人心的力量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思无邪：真正美好的诗歌能净化心灵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情感到理：从真挚情感到达道德境界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