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国学经典精读 · 第4天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E3C72"/>
                </a:solidFill>
              </a:defRPr>
            </a:pPr>
            <a:r>
              <a:t>论语 · 里仁第四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第4章 · 里仁为美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6459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[原文]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里仁为美，择不处仁，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焉得知？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8229600" cy="118872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C8DCFF"/>
                </a:solidFill>
              </a:defRPr>
            </a:pPr>
            <a:r>
              <a:t>[Translation]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To dwell in the neighborhood of benevolence is beautiful. If you do not choose to live among the benevolent, how can you be wise?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1. Living with Benevolence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里仁为美：居住在有仁德的地方是美好的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2. Wise Choice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择不处仁：选择住处要选择有仁德之处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3. True Wisdom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焉得知：这才是真正的智慧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