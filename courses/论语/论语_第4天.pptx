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Guo Xue Jing Dian Jing Du - 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E3C72"/>
                </a:solidFill>
              </a:defRPr>
            </a:pPr>
            <a:r>
              <a:t>里仁第四 Li Ren Di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Li Ren Wei Mei (里仁为美), Ren Zhe An Ren (仁者安仁), Wei Ren Zhe Neng Hao Ren (唯仁者能好人)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64008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Zi Yue: 'Li Ren Wei Mei.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10 - Li Ren Wei Mei (里仁为美)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Zi Yue: 'Li Ren Wei Mei.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Ze Bu Chu Ren, Yan De Zhi?'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孔子说：居住在有仁德的地方才是美好的。如果选择住处而不选择有仁德的地方，怎能算是有智慧呢？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Confucius said: 'To live in a neighborhood of benevolence is ideal. If one chooses not to live among the benevolent, how can one be considered wise?'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10 - Li Ren Wei Mei (里仁为美)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Li (里): Residence, living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Li Ren (里仁): Living in a place with benevolent people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Chu (处): Live, choose residence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Zhi (知): Same as '智' - wisdom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10 -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里仁为美: This saying has new meaning in modern times. When choosing where to live,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 环境育人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居住环境对人的影响巨大——与仁德之人为邻，自己也会受熏陶。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择邻而居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选择住处就是选择朋友圈——你想成为什么样的人，就要与什么样的人为伍。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智慧之选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选择住处不仅是经济决策，更是人生投资——近朱者赤，近墨者黑。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11 - Ren Zhe An Ren (仁者安仁)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Zi Yue: 'Bu Ren Zhe Bu Ke Yi Jiu Chu Yue,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Bu Ke Yi Chang Chu Le.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Ren Zhe An Ren, Zhi Zhe Li Ren.'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孔子说：没有仁德的人，不能长期处于穷困中，也不能长期处于安乐中。只有仁者才能安于仁道，智者才能利用仁道获得好处。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Confucius said: 'One without benevolence cannot endure poverty for long, nor can one endure prosperity for long. The benevolent find peace in benevolence; the wise benefit from benevolence.'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11 - Ren Zhe An Ren (仁者安仁)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Yue (约): Poverty, simplicity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Jiu Chu Yue (久处约): Long-term poverty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Chang Chu Le (长处乐): Long-term prosperity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An Ren (安仁): At peace with benevolence, finding joy in benevolence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Li Ren (利仁): Benefit from benevolence, gaining from benevolence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11 -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不仁者不可以久处约，不可以长处乐: This saying is highly cautionary in modern society. Many peopl...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 不仁者的困境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没有仁德的人在穷困时会为非作歹，在安乐时会骄奢淫逸——两种状态都hold不住。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仁者安仁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真正的仁者不以贫富为转移，安于本心，不为外境所动——这是内心的安定。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知者利仁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有智慧的人看到仁道的好处，所以主动行仁——仁与利并不矛盾。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12 - Wei Ren Zhe Neng Hao Ren (唯仁者能好人)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474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[Original Text]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Zi Yue: 'Wei Ren Zhe Neng Hao Ren, Neng Wu Ren.</a:t>
            </a:r>
          </a:p>
          <a:p>
            <a:pPr>
              <a:spcBef>
                <a:spcPts val="400"/>
              </a:spcBef>
              <a:defRPr sz="2200">
                <a:solidFill>
                  <a:srgbClr val="333333"/>
                </a:solidFill>
              </a:defRPr>
            </a:pPr>
            <a:r>
              <a:t>Gou Zhi Yu Ren Yi, Wu Wu Ye.'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00584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[Translation] 孔子说：只有仁者才能真正喜爱人，也能真正厌恶人。如果真正立志行仁，就不会去做坏事了。</a:t>
            </a:r>
          </a:p>
          <a:p>
            <a:pPr>
              <a:defRPr sz="1500" i="1">
                <a:solidFill>
                  <a:srgbClr val="DCDCFF"/>
                </a:solidFill>
              </a:defRPr>
            </a:pPr>
            <a:r>
              <a:t>[EN] Confucius said: 'Only the benevolent can truly love people and truly resent people. One who is truly set on benevolence will do no wrong.'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12 - Wei Ren Zhe Neng Hao Ren (唯仁者能好人) [Annotations]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38404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[Annotations]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Hao Ren (好人): Love people, appreciate people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Wu Ren (恶人): Resent people, criticize people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Gou (苟): If, suppose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Zhi Yu Ren (志于仁): Set one's mind on benevolence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* Wu Wu (无恶): Will not do evil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Chapter 12 - Core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Concept</a:t>
            </a:r>
          </a:p>
          <a:p>
            <a:pPr>
              <a:defRPr sz="1700">
                <a:solidFill>
                  <a:srgbClr val="E6E6E6"/>
                </a:solidFill>
              </a:defRPr>
            </a:pPr>
            <a:r>
              <a:t>唯仁者能好人，能恶人: This reminds us that true benevolence is not unprincipled indulgence...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1. 仁者的爱恨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真正的仁者爱憎分明——不是没有原则的老好人，而是有明确的价值判断。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2. 能好人能恶人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真正能欣赏人，也能批评人——知道什么是好的，什么是不好的。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C72"/>
                </a:solidFill>
              </a:defRPr>
            </a:pPr>
            <a:r>
              <a:t>3. 志于仁无恶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真正立志行仁的人，不会做坏事——仁是内在的约束力。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Western Thought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Aristotle: Civic Virtue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Man is by nature a political animal, able to achieve good only within the polis - residential environment determines social relations. c. 340 BCE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Maslow: Hierarchy of Needs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Human needs range from physiological to self-actualization - social environment provides or restricts fulfillment of these needs. 1943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Bronfenbrenner: Ecological Systems Theory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Human development is nested in multiple layers of environmental influence - micro, meso, and macro environments jointly shape individuals. 1979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59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C72"/>
                </a:solidFill>
              </a:defRPr>
            </a:pPr>
            <a:r>
              <a:t>Putnam: Social Capital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Social networks have value - the quality of one's social connections significantly affects career development, health, and happiness. 2000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Modern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1. 环境育人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居住环境对人的影响巨大——与仁德之人为邻，自己也会受熏陶。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2. 仁者安仁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真正的仁者不以贫富为转移，安于本心，不为外境所动——这是内心的安定。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3. 志于仁无恶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真正立志行仁的人，不会做坏事——仁是内在的约束力。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Historical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Li Ren Wei Mei (里仁为美) - Background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This reflects Confucian emphasis on environment. The story of 'Mengmu San Qian' (Mencius's mother moving three times) embodies this thought - Mencius's mother moved three times to give Mencius a good growth environment. Modern pedagogy also proves that students' performance is highly related to their peers' quality - this is the 'Peer Effect'.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Day 4 -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10: Li Ren Wei Mei (里仁为美)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居住环境对人的影响巨大——与仁德之人为邻，自己也会受熏陶。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11: Ren Zhe An Ren (仁者安仁)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没有仁德的人在穷困时会为非作歹，在安乐时会骄奢淫逸——两种状态都hold不住。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8229600" cy="12801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Chapter 12: Wei Ren Zhe Neng Hao Ren (唯仁者能好人)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真正的仁者爱憎分明——不是没有原则的老好人，而是有明确的价值判断。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Zi Yue: 'Li Ren Wei Mei.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