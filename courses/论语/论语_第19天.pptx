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国学经典精读 · 第19天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E3C72"/>
                </a:solidFill>
              </a:defRPr>
            </a:pPr>
            <a:r>
              <a:t>论语 · 尧曰第二十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第41章 · 尧曰第二十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尧曰：咨！尔舜！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天之历数在尔躬，允执其中。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四海困穷，天禄永终。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尧说：喂！舜呀！帝王相继的天命已经落在你身上了，你要真诚地信守中道。如果天下百姓都陷入穷困，上天给你的禄位就会永远终止。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天之历数：帝王相继的天命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允执其中：真诚地信守中道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四海困穷则天禄永终：人民是根本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第42章 · 知命知礼知言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孔子曰：不知命，无以为君子也；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不知礼，无以立也；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不知言，无以知人也。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孔子说：不懂天命，就不能做君子；不懂礼，就不能立足于社会；不懂言语，就不能了解人。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知命：懂得天命规律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知礼：懂得社会规范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知言：懂得分析言语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第43章 · 论语总结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以上为论语全部二十篇精选内容，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涵盖了儒家思想的核心：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仁、义、礼、智、信、忠、恕、孝等。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《论语》二十篇是儒家思想的精华，涵盖了仁爱、正义、礼仪、智慧、诚信、忠诚、宽恕、孝道等核心价值观念。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论语核心：仁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论语精神：修身齐家治国平天下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论语对现代的启示：终身学习、不断修身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