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国学经典精读 · 第15天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1E3C72"/>
                </a:solidFill>
              </a:defRPr>
            </a:pPr>
            <a:r>
              <a:t>论语 · 季氏第十六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第29章 · 季氏第十六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8288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[原文]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季氏将伐颛臾。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孔子曰：求！无乃尔是过与？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91840"/>
            <a:ext cx="8229600" cy="109728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[译文] 季氏将要攻打颛臾。孔子说：冉求！这难道不是你的过错吗？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季氏将伐：内部动乱的表现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83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孔子责备冉有：作为家臣没有尽到责任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94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伐颛臾的后果：唇亡齿寒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第30章 · 天下有道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8288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[原文]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天下有道，则礼乐征伐自天子出；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天下无道，则礼乐征伐自诸侯出。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91840"/>
            <a:ext cx="8229600" cy="109728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[译文] 天下太平，礼乐和征伐都出自天子；天下混乱，礼乐和征伐都出自诸侯。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有道：礼乐征伐自天子出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83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无道：礼乐征伐自诸侯出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94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秩序与混乱的区别：权力中心的明确性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第31章 · 益者三友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8288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[原文]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孔子曰：益者三友，损者三友。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友直，友谅，友多闻，益矣。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91840"/>
            <a:ext cx="8229600" cy="109728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[译文] 孔子说：有益的朋友有三种，有害的朋友有三种。正直、诚实、见多识广，是有益的。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益者三友：正直、谅、信、多闻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83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损者三友：便辟、善柔、便佞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94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交友的原则：选择有益的朋友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