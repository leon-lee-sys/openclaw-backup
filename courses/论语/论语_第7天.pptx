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国学经典精读 · 第7天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1E3C72"/>
                </a:solidFill>
              </a:defRPr>
            </a:pPr>
            <a:r>
              <a:t>论语 · 述而第七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第7章 · 三人行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6459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三人行，必有我师焉。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择其善者而从之，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其不善者而改之。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0"/>
            <a:ext cx="8229600" cy="118872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C8DCFF"/>
                </a:solidFill>
              </a:defRPr>
            </a:pPr>
            <a:r>
              <a:t>[Translation]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When I walk with two others, they may be my teachers. I will select their good qualities and follow them, and their bad qualities and avoid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1. Learning from Others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三人行必有我师：每个人身上都有值得学习的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49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2. Follow the Good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择其善者而从之：选择别人的优点来学习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79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3. Self-Reflection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其不善者而改之：以别人的缺点为镜子，改正自己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