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第20天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学而复习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第44章 · 论语复习一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论语精选复习：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学而时习之，不亦说乎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己所不欲，勿施于人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三人行必有我师焉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《论语》核心名句复习：学习后时常复习；有则改之无则加勉；自己不愿意的不要强加给别人；几个人同行必然有值得我学习的。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学而时习：终身学习的态度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过则勿惮改：勇于改过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己所不欲勿施于人：恕道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三人行必有我师：虚心学习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第45章 · 论语复习二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论语精选复习：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君子成人之美，不成人之恶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君子求诸己，小人求诸人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君子喻于义，小人喻于利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《论语》君子与小人之辨：君子成全别人的好事，不帮助别人做坏事；君子要求自己，小人要求别人；君子懂得道义，小人只懂得利益。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成人之美：君子与人为善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求诸己：反求诸己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喻于义：小人与君子的本质区别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第46章 · 论语复习三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论语精选复习：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为政以德，譬如北辰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政者正也，子帅以正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其身正，不令而行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《论语》政治思想：为政以德，像北极星一样众星环绕；政治就是正，领导者要带头走正路；自身正了，不发布命令事情也能实行。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为政以德：德治思想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子帅以正：以身作则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其身正不令而行：领导者的示范作用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