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46304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国学经典精读 · 第2天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1">
                <a:solidFill>
                  <a:srgbClr val="1E3C72"/>
                </a:solidFill>
              </a:defRPr>
            </a:pPr>
            <a:r>
              <a:t>论语 · 为政第二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5836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1/14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第2章 · 为政以德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164592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[原文]</a:t>
            </a:r>
          </a:p>
          <a:p>
            <a:pPr>
              <a:defRPr sz="2400">
                <a:solidFill>
                  <a:srgbClr val="333333"/>
                </a:solidFill>
              </a:defRPr>
            </a:pPr>
            <a:r>
              <a:t>为政以德，譬如北辰，</a:t>
            </a:r>
          </a:p>
          <a:p>
            <a:pPr>
              <a:defRPr sz="2400">
                <a:solidFill>
                  <a:srgbClr val="333333"/>
                </a:solidFill>
              </a:defRPr>
            </a:pPr>
            <a:r>
              <a:t>居其所而众星共之。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200400"/>
            <a:ext cx="8229600" cy="1188720"/>
          </a:xfrm>
          <a:prstGeom prst="roundRect">
            <a:avLst/>
          </a:prstGeom>
          <a:solidFill>
            <a:srgbClr val="4682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C8DCFF"/>
                </a:solidFill>
              </a:defRPr>
            </a:pPr>
            <a:r>
              <a:t>[Translation]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Govern with virtue, and the people will be like the North Star - it keeps its place while all the stars pay homage to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C72"/>
                </a:solidFill>
              </a:defRPr>
            </a:pPr>
            <a:r>
              <a:t>1. Rule by Virtue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为政以德：用德行治理国家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349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C72"/>
                </a:solidFill>
              </a:defRPr>
            </a:pPr>
            <a:r>
              <a:t>2. Like the North Star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譬如北辰：有德的领导者像北极星一样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126479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C72"/>
                </a:solidFill>
              </a:defRPr>
            </a:pPr>
            <a:r>
              <a:t>3. Natural Attraction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众星共之：不需要强迫，人心自然归附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5836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2/14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