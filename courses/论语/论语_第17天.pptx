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第17天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微子第十八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第35章 · 微子第十八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微子去之，箕子为之奴，比干谏而死。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孔子曰：殷有三仁焉。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微子离开了，箕子做了奴隶，比干因进谏而被害死。孔子说：殷朝有三位仁人。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三仁：微子、箕子、比干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纣王无道导致仁人各异其途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孔子对三人的评价：都是仁人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第36章 · 无忘其释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柳下惠为士师，三黜。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人曰：子未可以去乎？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曰：直道而事人，焉往而不三黜？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柳下惠担任法官，三次被免职。有人说：您不可以离开吗？他说：用正直之道侍奉人，到哪里不会被多次免职呢？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柳下惠三黜：坚持正直的代价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焉往而不三黜：到哪里都一样的道理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不离开的原因：改变环境不如改变自己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第37章 · 往者不可谏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楚狂接舆歌而过孔子，曰：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凤兮凤兮，何德之衰？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往者不可谏，来者犹可追。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楚国的狂人接舆唱着歌经过孔子，说：凤凰啊凤凰，为什么道德衰落了？过去的已经无法挽回，未来还可以追赶。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接舆之歌：讽刺孔子知其不可而为之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往者不可谏：过去的事情无法改变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来者犹可追：未来还可以追求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