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第3天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八佾第三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第3章 · 礼之用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6459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礼之用，和为贵。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先王之道，斯为美，小大由之。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8229600" cy="11887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8DCFF"/>
                </a:solidFill>
              </a:defRPr>
            </a:pPr>
            <a:r>
              <a:t>[Translation]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In the practice of ritual, harmony is most valuable. The ways of the ancient kings were excellent - both great and small matters followed this principle.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1. Harmony in Ritual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礼之用，和为贵：礼仪的最高境界是和谐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2. Ancient Wisdom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先王之道：古代圣王的治国之道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3. Proportional Application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小大由之：无论大事小事都依此原则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