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Guo Xue Jing Dian Jing Du -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1E3C72"/>
                </a:solidFill>
              </a:defRPr>
            </a:pPr>
            <a:r>
              <a:t>八佾第三 Ba Yi Di 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666666"/>
                </a:solidFill>
              </a:defRPr>
            </a:pPr>
            <a:r>
              <a:t>Shi Ke Ren Shu Bu Ke Ren (是可忍孰不可忍), Yu Qi She Ye Ning Jian (与其奢也宁俭), Gao Shuo Xi Yang (告朔饩羊)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1188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i="1">
                <a:solidFill>
                  <a:srgbClr val="1E3C72"/>
                </a:solidFill>
              </a:defRPr>
            </a:pPr>
            <a:r>
              <a:t>Kongzi Wei Ji Shi: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7 - Shi Ke Ren Shu Bu Ke Ren (是可忍孰不可忍)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3474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[Original Text]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Kongzi Wei Ji Shi: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'Ba Yi Wu Yu Ting, Shi Ke Ren Ye, Shu Bu Ke Ren Ye?'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937760"/>
            <a:ext cx="8229600" cy="100584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[Translation] 孔子谈到季孙氏说：他用八佾的规格在庭院奏乐舞蹈，这样的事都忍心做得出来，还有什么事是他不忍心做的呢？</a:t>
            </a:r>
          </a:p>
          <a:p>
            <a:pPr>
              <a:defRPr sz="1500" i="1">
                <a:solidFill>
                  <a:srgbClr val="DCDCFF"/>
                </a:solidFill>
              </a:defRPr>
            </a:pPr>
            <a:r>
              <a:t>[EN] Confucius commented on the Ji family: 'Using the eight-row formation in their hall - if this can be tolerated, what cannot? This was a violation of ritual propriety.'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7 - Shi Ke Ren Shu Bu Ke Ren (是可忍孰不可忍) [Annotations]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38404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[Annotations]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Ji Shi (季氏): Ji Sun clan, senior official in Lu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Ba Yi (八佾): Dance formation for the Emperor - 64 people; Ba Yi is the rank of dukes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Ren (忍): Tolerate, endure; also means '忍心' (have the heart to)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7 - Core Ideas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3716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Core Concept</a:t>
            </a:r>
          </a:p>
          <a:p>
            <a:pPr>
              <a:defRPr sz="1700">
                <a:solidFill>
                  <a:srgbClr val="E6E6E6"/>
                </a:solidFill>
              </a:defRPr>
            </a:pPr>
            <a:r>
              <a:t>是可忍孰不可忍: This phrase is widely used today but often deviates from its original m...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1. 礼崩乐坏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季氏用天子规格的乐舞，是公然僭越礼制——春秋末期礼崩乐坏的缩影。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2. 是可忍孰不可忍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孔子对此极为愤慨——礼制不是形式，而是社会秩序的基石。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3. 礼的根本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礼制背后是秩序和尊重，破坏礼制就是破坏社会根基——千里之堤，溃于蚁穴。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8 - Yu Qi She Ye Ning Jian (与其奢也宁俭)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3474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[Original Text]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Lin Fang Wen Li Zhi Ben.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Zi Yue: 'Da Zai Wen!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Li, Yu Qi She Ye, Ning Jian;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Sang, Yu Qi Yi Ye, Ning Qi.'"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937760"/>
            <a:ext cx="8229600" cy="100584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[Translation] 林放问礼的本质。孔子说：这个问题意义重大！就一般礼仪来说，与其奢侈浪费，宁可节俭朴素；就丧礼来说，与其仪式完备，宁可内心悲哀。</a:t>
            </a:r>
          </a:p>
          <a:p>
            <a:pPr>
              <a:defRPr sz="1500" i="1">
                <a:solidFill>
                  <a:srgbClr val="DCDCFF"/>
                </a:solidFill>
              </a:defRPr>
            </a:pPr>
            <a:r>
              <a:t>[EN] Lin Fang asked about the essence of ritual. Confucius said: 'What a great question! For ceremonies, plainness is better than extravagance; for funerals, grief is more important than elaborate ritual.'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8 - Yu Qi She Ye Ning Jian (与其奢也宁俭) [Annotations]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38404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[Annotations]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Lin Fang (林放): Lu citizen, disciple of Confucius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Li Zhi Ben (礼之本): The essence/fundament of ritual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Yi (易): Perfectly arranged, elaborate ritual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Qi (戚): Inner grief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8 - Core Ideas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3716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Core Concept</a:t>
            </a:r>
          </a:p>
          <a:p>
            <a:pPr>
              <a:defRPr sz="1700">
                <a:solidFill>
                  <a:srgbClr val="E6E6E6"/>
                </a:solidFill>
              </a:defRPr>
            </a:pPr>
            <a:r>
              <a:t>礼，与其奢也，宁俭: This phrase has broad applications in modern life. At weddings, funer...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1. 礼的本质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礼的根本不在形式，而在于内心——形式只是内心情感的外在表达。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2. 宁俭勿奢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宁可简朴也不要奢侈——礼的精神在于真诚，不在于排场。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3. 丧礼重情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丧礼最重要的是内心悲哀，仪式再完美如果内心没有悲伤，也是徒有其表。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9 - Gao Shuo Xi Yang (告朔饩羊)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3474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[Original Text]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Zi Gong Yu Qu Gao Shuo Zhi Xi Yang.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Zi Yue: 'Ci Ye! Er Ai Qi Yang,</a:t>
            </a:r>
          </a:p>
          <a:p>
            <a:pPr>
              <a:spcBef>
                <a:spcPts val="400"/>
              </a:spcBef>
              <a:defRPr sz="2200">
                <a:solidFill>
                  <a:srgbClr val="333333"/>
                </a:solidFill>
              </a:defRPr>
            </a:pPr>
            <a:r>
              <a:t>Wo Ai Qi Li.'"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937760"/>
            <a:ext cx="8229600" cy="100584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[Translation] 子贡想要去掉每月初一告祭祖庙用的活羊。孔子说：赐啊！你舍不得那只羊，我舍不得那种礼。</a:t>
            </a:r>
          </a:p>
          <a:p>
            <a:pPr>
              <a:defRPr sz="1500" i="1">
                <a:solidFill>
                  <a:srgbClr val="DCDCFF"/>
                </a:solidFill>
              </a:defRPr>
            </a:pPr>
            <a:r>
              <a:t>[EN] Zigong wished to discontinue the sacrificial sheep for the monthly sacrificial rite. Confucius said: 'Si, you grudge the sheep, but I grudge the rite.'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9 - Gao Shuo Xi Yang (告朔饩羊) [Annotations]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38404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[Annotations]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Gao Shuo (告朔): Ancient ritual where lords sacrificed to ancestors on the first day of each month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Xi Yang (饩羊): Live sheep used for sacrifice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* Ai (爱): Reluctant, grudge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Chapter 9 - Core Ideas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37160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Core Concept</a:t>
            </a:r>
          </a:p>
          <a:p>
            <a:pPr>
              <a:defRPr sz="1700">
                <a:solidFill>
                  <a:srgbClr val="E6E6E6"/>
                </a:solidFill>
              </a:defRPr>
            </a:pPr>
            <a:r>
              <a:t>尔爱其羊，我爱其礼: Form is not content, but it carries content. When we abolish a certai...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1. 形式与内容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羊只是形式，但形式承载着内容——去掉形式，内容也难以为继。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2. 我爱其礼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孔子重视的不是羊，而是礼所代表的精神——礼的形式是精神的载体。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E3C72"/>
                </a:solidFill>
              </a:defRPr>
            </a:pPr>
            <a:r>
              <a:t>3. 保存仪节</a:t>
            </a:r>
          </a:p>
          <a:p>
            <a:pPr>
              <a:defRPr sz="1600">
                <a:solidFill>
                  <a:srgbClr val="333333"/>
                </a:solidFill>
              </a:defRPr>
            </a:pPr>
            <a:r>
              <a:t>有些形式即使看起来无用，但它是维持精神的一种方式——仪节不可轻易废去。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Western Thought Comparison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Plato: The Ideal State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Each class performs its own function for social harmony - usurping classes disrupts the entire social order. c. 380 BCE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82296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Durkheim: Social Division of Labor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Social organic solidarity is based on everyone fulfilling their social roles - role confusion leads to social disorder. 1893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82296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Montesquieu: Spirit of Laws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Law reflects a society's basic order - breaking the law is breaking the social contract. 1748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37759"/>
            <a:ext cx="8229600" cy="109728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Rawls: Theory of Justice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Social rules should be acceptable even to the most disadvantaged - unfair rules will eventually collapse. 1971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Modern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188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1. 礼崩乐坏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季氏用天子规格的乐舞，是公然僭越礼制——春秋末期礼崩乐坏的缩影。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51760"/>
            <a:ext cx="8229600" cy="1188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2. 宁俭勿奢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宁可简朴也不要奢侈——礼的精神在于真诚，不在于排场。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31920"/>
            <a:ext cx="8229600" cy="11887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3. 保存仪节</a:t>
            </a:r>
          </a:p>
          <a:p>
            <a:pPr>
              <a:defRPr sz="1500">
                <a:solidFill>
                  <a:srgbClr val="333333"/>
                </a:solidFill>
              </a:defRPr>
            </a:pPr>
            <a:r>
              <a:t>有些形式即使看起来无用，但它是维持精神的一种方式——仪节不可轻易废去。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Historical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228600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Shi Ke Ren Shu Bu Ke Ren (是可忍孰不可忍) - Background</a:t>
            </a:r>
          </a:p>
          <a:p>
            <a:pPr>
              <a:spcBef>
                <a:spcPts val="800"/>
              </a:spcBef>
              <a:defRPr sz="1500">
                <a:solidFill>
                  <a:srgbClr val="333333"/>
                </a:solidFill>
              </a:defRPr>
            </a:pPr>
            <a:r>
              <a:t>Ba Yi is a dance formation exclusive to the Emperor. Dukes could only use Liu Yi (36 people), and senior officials only Si Yi (16 people). Ji family, merely senior officials, used Ba Yi - a blatant challenge to Zhou rituals. Confucius, devoted to restoring Zhou rituals, was naturally extremely indignant. This chapter gives its name to the entire 'Ba Yi' section.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Day 3 -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28016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Chapter 7: Shi Ke Ren Shu Bu Ke Ren (是可忍孰不可忍)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季氏用天子规格的乐舞，是公然僭越礼制——春秋末期礼崩乐坏的缩影。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8229600" cy="128016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Chapter 8: Yu Qi She Ye Ning Jian (与其奢也宁俭)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礼的根本不在形式，而在于内心——形式只是内心情感的外在表达。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14800"/>
            <a:ext cx="8229600" cy="128016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Chapter 9: Gao Shuo Xi Yang (告朔饩羊)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羊只是形式，但形式承载着内容——去掉形式，内容也难以为继。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577840"/>
            <a:ext cx="8229600" cy="914400"/>
          </a:xfrm>
          <a:prstGeom prst="roundRect">
            <a:avLst/>
          </a:prstGeom>
          <a:solidFill>
            <a:srgbClr val="1E3C7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Kongzi Wei Ji Shi: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