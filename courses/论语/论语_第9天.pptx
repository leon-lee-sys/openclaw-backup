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第9天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乡党第十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第11章 · 祭如在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祭如在，祭神如神在。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不诚无物。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祭祀祖先要好像祖先真的在场，祭祀神祇要好像神真的存在。不真诚的祭祀没有意义。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祭祀要真诚：形式不是最重要，内心虔诚才是根本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敬如在场：这是诚的体现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不祭无义：形式主义的祭祀没有意义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第12章 · 食不语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食不语，寝不言。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吃饭时不交谈，睡觉时不说话。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专心一致：吃饭就专心吃饭，睡觉就专心睡觉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食不言：养生之道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寝不言：睡觉不说话影响睡眠质量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第13章 · 君子不急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君子不重则不威，学则不固。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主忠信，无友不如己者，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过则勿惮改。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君子不庄重就没有威严，学习就不能牢固。以忠诚和信用为主，有了过错就不要害怕改正。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不重不威：庄重是威严的基础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学则不固：学习让人不断进步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过则勿惮改：不怕改正错误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