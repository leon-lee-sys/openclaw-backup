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第18天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子张第十九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第38章 · 子张第十九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子张曰：士见危致命，见得思义，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祭思敬，丧思哀，其可已矣。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子张说：读书人看见危险能豁出生命，看见利益能考虑是否合乎义理，祭祀时想到恭敬，居丧时想到悲哀，这样就可以了。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见危致命：面对危险能挺身而出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见得思义：看见利益要考虑道义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祭思敬丧思哀：做事前要考虑场合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第39章 · 学而优则仕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子夏曰：仕而优则学，学而优则仕。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子夏说：做官有余力就去学习，学习有余力就去做官。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学而优则仕：学习到一定程度就要实践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仕而优则学：实践中发现不足再学习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学与仕的循环：理论与实践相结合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第40章 · 小人骄而不泰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子夏曰：小人之过也必文。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孔子曰：过而不改，是谓过矣。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子夏说：小人犯了错一定会掩饰。孔子说：有了过错不改正，这才叫过错。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过必文：小人掩饰错误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过而不改是谓过：掩饰错误是真正的错误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知错能改：君子与小人的区别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