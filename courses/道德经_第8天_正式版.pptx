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《道德经》每日课件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8E6FF"/>
                </a:solidFill>
              </a:defRPr>
            </a:pPr>
            <a:r>
              <a:t>第8天 · 第二十五章 至 第二十七章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2026年4月15日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57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3366"/>
                </a:solidFill>
                <a:latin typeface="KaiTi"/>
              </a:defRPr>
            </a:pPr>
            <a:r>
              <a:t>"有物混成，先天地生"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—— 道先天地而生，为天下母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第二十五章｜有物混成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有物混成，先天地生。寂兮寥兮，独立不改，</a:t>
            </a:r>
            <a:br/>
            <a:r>
              <a:t>周行而不殆，可以为天下母。</a:t>
            </a:r>
            <a:br/>
            <a:r>
              <a:t>吾不知其名，字之曰道，强为之名曰大。</a:t>
            </a:r>
            <a:br/>
            <a:r>
              <a:t>大曰逝，逝曰远，远曰反。故道大，天大，地大，王亦大。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有个东西在天地之前就存在，寂静空虚却永恒运行，是天下万物的本源。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我不知它的名字，称它为"道"，勉强叫它"大"。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道广大无边而运行不息，伸展遥远而返回本原。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道大、天大、地大、王大，宇宙四大，人居其一。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核心智慧：道为宇宙本源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认识"道"的本体，理解万物运行的根本规律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第二十五章｜典故案例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历史典故：庖丁解牛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【出处】《庄子·养生主》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【故事】有一个名为丁的厨师替梁惠王宰牛，手所触碰的地方、肩所倚靠的地方、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脚所踩踏的地方、膝所抵住的地方，都发出声响，进刀时发出嚐然声响，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没有一处不符合节奏。梁惠王赞叹："好啊，你的技艺怎么达到这种地步？"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【奥秘】庖丁说："臣所探究的是道，已经超过一般的技术。最初我宰牛时，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看到的都是完整的牛；三年之后，就再也看不到整头的牛了。"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【感悟】庖丁解牛19年仍刀刃如新，因为他"以神遇而不以目视"，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直接与道相合。这正是老子所说的"有物混成，先天地生"——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当技艺精进到极致，便与"道"合一，以无厚入有间，游刃有余。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第二十六章｜致誉无誉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重为轻根，静为躁君。</a:t>
            </a:r>
            <a:br/>
            <a:r>
              <a:t>是以圣人终日行不离辎重，虽有荣观，燕处超然。</a:t>
            </a:r>
            <a:br/>
            <a:r>
              <a:t>奈何万乘之主，而以身轻天下？</a:t>
            </a:r>
            <a:br/>
            <a:r>
              <a:t>轻则失本，躁则失君。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稳重是轻率的根本，宁静是躁动的主宰。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圣人每天行走都不离开载重之车，虽有荣华富贵，却超然物外不以名利为念。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为什么万乘之国的君主，还要用轻率的态度来治理天下呢？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轻率会失去根本，躁动会失去主宰。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核心智慧：静重为安身之本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内心宁静方能驾驭外在躁动，稳重行事方能立于不败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第二十六章｜典故案例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历史典故：刘备与曹操的"静重"之别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【背景】三国时期，刘备与曹操同为枭雄，但性格截然不同。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【曹操】性格刚猛果断，喜欢亲临前线，率兵冲锋。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官渡之战时亲自带队夜袭乌巢，展现出极强的个人魄力与行动力。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但也因此多次陷入险境，如宛城之战差点被张绣活捉。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【刘备】虽起步晚、根基薄，但始终保持沉稳。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三顾茅庐请诸葛亮出山，在位期间蜀汉政治相对稳定。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尽管军事才能不及曹操，但因行事稳重而得人心。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【感悟】刘备的成功在于"静为躁君"——不以一时胜负乱了方寸，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始终坚持"复兴汉室"的政治理念，最终与魏、吴三分天下。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而曹操虽能力出众，但"轻则失本"的教训也多次上演。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对于管理者而言，团队的稳定根基在于领导者的静重与沉稳。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第二十七章｜希言自然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defRPr sz="2000">
                <a:solidFill>
                  <a:srgbClr val="003366"/>
                </a:solidFill>
                <a:latin typeface="KaiTi"/>
              </a:defRPr>
            </a:pPr>
            <a:r>
              <a:t>希言自然。</a:t>
            </a:r>
            <a:br/>
            <a:r>
              <a:t>飘风不终朝，骤雨不终日。</a:t>
            </a:r>
            <a:br/>
            <a:r>
              <a:t>孰为此者？天地。天地尚不能久，而况于人乎？</a:t>
            </a:r>
            <a:br/>
            <a:r>
              <a:t>故从事于道者，道者同于道，德者同于德，失者同于失。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白话解读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少言才合乎自然之道。狂风刮不了一早晨，暴雨下不了一整天。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谁造成这一切？是天地。天地尚且不能持久，何况人呢？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追求道的人，与道同行；追求德的人，与德同行；失去道德的人，则与失同行。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→ 与道同行的人，道也乐于成就他；与德同行的人，德也乐于成就他。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DC50"/>
                </a:solidFill>
              </a:defRPr>
            </a:pPr>
            <a:r>
              <a:t>💡 核心智慧：少言慎行，顺应自然节奏</a:t>
            </a:r>
          </a:p>
          <a:p>
            <a:pPr>
              <a:defRPr sz="1500">
                <a:solidFill>
                  <a:srgbClr val="DCF0FF"/>
                </a:solidFill>
              </a:defRPr>
            </a:pPr>
            <a:r>
              <a:t>  • 暴风骤雨虽猛烈却短暂，合道而行虽缓慢却长久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第二十七章｜典故案例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历史典故：大禹治水与"飘风骤雨"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【背景】上古时期，洪水泛滥，百姓流离失所。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【鲧治水】鲧用"堵"的方法，筑堤防水，结果九年不成，洪水反而更凶。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【大禹治水】大禹改用"疏导"的方法，顺应水往低处流的自然规律，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开凿河道，引水入海，终于平息了水患。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【对比】鲧的"猛攻"如同飘风骤雨，短期内看似有力，实则违背自然规律，注定失败。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大禹的"疏导"如同"希言自然"——不多言、不妄为，只是顺应水的本性加以引导。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【成果】大禹在外治水十三年，三过家门而不入，最终成功。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【感悟】大禹的成功在于"道法自然"——不强为、不妄作，顺应事物本身的规律，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以最小的干预实现最大的效果。这正是"飘风不终朝，骤雨不终日"给我们的启示：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强力为之的事情不会长久，只有合乎道的作为才能持久。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第二十五至二十七章 · 精华提炼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第二十五章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有物混成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道先天地而生，为天下母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道大、天大、地大、王大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大曰逝，逝曰远，远曰反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第二十六章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致誉无誉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重为轻根，静为躁君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稳重行事方能立于不败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轻则失本，躁则失君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第二十七章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希言自然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少言慎行顺应自然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飘风骤雨不能长久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同于道者，道亦乐得之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4552" cy="1371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DC50"/>
                </a:solidFill>
              </a:defRPr>
            </a:pPr>
            <a:r>
              <a:t>三章贯通：认识道的本体，保持静重之心，顺应自然之道</a:t>
            </a:r>
          </a:p>
          <a:p>
            <a:pPr algn="ctr">
              <a:defRPr sz="1600">
                <a:solidFill>
                  <a:srgbClr val="C8E6FF"/>
                </a:solidFill>
              </a:defRPr>
            </a:pPr>
            <a:r>
              <a:t>上善若水，水善利万物而不争。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