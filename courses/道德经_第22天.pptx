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第22课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《道德经》第70-72章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</a:defRPr>
            </a:pPr>
            <a:r>
              <a:t>知人者智 · 自知者明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i="1">
                <a:solidFill>
                  <a:srgbClr val="1E3C72"/>
                </a:solidFill>
              </a:defRPr>
            </a:pPr>
            <a:r>
              <a:t>知人者智，自知者明。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—— 第七十章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第七十章 · 知人者智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657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知人者智，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自知者明。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胜人者有力，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自胜者强。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知足者富，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强行者有志，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不失其所者久，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死而不亡者寿。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白话解读】能了解别人的人是智慧的，能认识自己的人是明白的。能够战胜别人是有力量的，能够战胜自己的人是强大的。知道满足的人是富有的，坚持力行的人是意志坚定的。不失掉根基的人才能长久，身死而精神不灭的人才是真正的长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第七十章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知人者智，自知者明——了解别人是聪明，认识自己才是真正的智慧。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知人者智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能了解别人是智慧的——但这只是小智慧。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自知者明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能认识自己才是明白的——这是真正的大智慧。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自胜者强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能战胜自己才是真正的强大——最大的敌人是自己。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死而不亡者寿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身死而精神不灭才是真正的长寿——精神永恒才是永生。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第七十一章 · 知不知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2004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知不知，上；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不知知，病。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夫唯病病，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是以不病。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圣人不病，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以其病病，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是以不病。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【白话解读】知道自己还有所不知，这是最好的；不知道却以为自己知道，这是缺点。把缺点当作缺点来对待，就不会有缺点。圣人没有缺点，因为他把缺点当作缺点来对待，所以没有缺点。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第七十一章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知不知，上——知道自己不知道，才是真正的上等智慧。不知却自以为知，是最大的缺点。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知不知，上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知道自己还有所不知——这是最完美的智慧状态。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不知知，病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不知道却以为自己知道——这是最大的毛病。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夫唯病病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把缺点当作缺点来对待——承认问题才能解决问题。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圣人不病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圣人没有缺点——因为他正视每一个缺点。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第七十二章 · 民不畏威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3657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民不畏威，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则大威至。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无狎其所居，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无厌其所生。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夫唯不厌，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是以不厌。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是以圣人自知不自见，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自爱不自贵。</a:t>
            </a:r>
          </a:p>
          <a:p>
            <a:pPr>
              <a:spcBef>
                <a:spcPts val="500"/>
              </a:spcBef>
              <a:defRPr sz="2000">
                <a:solidFill>
                  <a:srgbClr val="333333"/>
                </a:solidFill>
              </a:defRPr>
            </a:pPr>
            <a:r>
              <a:t>故去彼取此。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【白话解读】当人民不害怕威压时，更大的祸患就要来了。不要逼迫人民的居所，不要厌恶人民的生活。只要不压迫人民，人民就不会厌恶统治者。所以圣人自知而不自我表现，自爱而不自以为高贵。因此舍弃后者而采取前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第七十二章 · 核心思想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核心观点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民不畏威，则大威至——当人民不再害怕压迫时，更大的反抗就要来了。统治者要懂得敬畏。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1. 民不畏威，大威至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当人民不怕压迫时，更大的灾难就要来了——革命的预兆。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2. 无狎其所居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不要逼得人民没有安身之处——给人民留生存空间。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3. 自知不自见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自知而不自我表现——有智慧但不张扬。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4. 自爱不自贵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自爱但不自以为高贵——谦卑是圣人品质。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第七十-七十二章 · 现代反思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🧠 自我认知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自知者明 → 认识自己是人生最重要的事，了解自己的优势和局限。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💼 职场心态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知不知，上 → 承认自己不知道，比假装知道更赢得尊重。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7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🤝 管理哲学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民不畏威 → 好的领导让员工敬畏但不恐惧，强制管理适得其反。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🌱 人生智慧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死而不亡者寿 → 留下有价值的思想和贡献，才是真正的永生。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🌍 西方思想对照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苏格拉底 · 认识你自己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苏格拉底说：认识你自己。知道自己无知才是真正的智慧——与自知者明相通。约前400年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尼采 · 永恒轮回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死而不亡者寿 → 精神可以超越肉体，达到永恒——尼采的永恒轮回思想。1889年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马斯洛 · 自我实现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了解自己的需求层次，才能真正成长——自我实现是最高需求。1943年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C72"/>
                </a:solidFill>
              </a:defRPr>
            </a:pPr>
            <a:r>
              <a:t>乔布斯 · Stay Hungry, Stay Foolish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保持饥饿，保持愚蠢——永远觉得自己不够好，才是前进的动力。2005年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📌 现代应用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自我成长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自知者明 → 定期反思，了解自己的优点和不足，持续改进。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职场沟通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知不知，上 → 承认自己不知道，比不懂装懂更能赢得信任。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领导力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自爱不自贵 → 好的领导谦卑待人，不摆架子。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C72"/>
                </a:solidFill>
              </a:defRPr>
            </a:pPr>
            <a:r>
              <a:t>人生价值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死而不亡者寿 → 思考你能留下什么，什么能被后人记住。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中国典故：秦穆公与偷马者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2860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【史记·秦本纪】</a:t>
            </a:r>
          </a:p>
          <a:p>
            <a:pPr>
              <a:spcBef>
                <a:spcPts val="1000"/>
              </a:spcBef>
              <a:defRPr sz="1500">
                <a:solidFill>
                  <a:srgbClr val="333333"/>
                </a:solidFill>
              </a:defRPr>
            </a:pPr>
            <a:r>
              <a:t>秦穆公丢失了一匹良马，他亲自去找，发现有人杀了马正在吃。左右的人要惩罚吃马者，穆公却说：有义士杀马而食之，是马也。并赐酒给他们。后来秦晋交战，穆公被困，幸得那些吃马的人相救，最终击败晋军，活了下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💡 启示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自爱不自贵——秦穆公身为君主，却不以尊贵自居，最终赢得了部下拼死相报。谦卑者得人心，这是永恒的道理。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第22课 · 三章精华总结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第七十章：知人者智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知人者智，自知者明。胜人者有力，自胜者强。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第七十一章：知不知，上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知不知，上；不知知，病。知道自己不知道才是真正的智慧。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8229600" cy="13716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📖 第七十二章：民不畏威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自知不自见，自爱不自贵。去彼取此，谦卑待人。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知人者智，自知者明。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—— 道德经第七十章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