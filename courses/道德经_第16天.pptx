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第16课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《道德经》第52-54章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天下有始 · 盗夸非道 · 善建不拔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天下有始，以为天下母。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第五十二章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第五十二章 · 天下有始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天下有始，以为天下母。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既得其母，以知其子；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既知其子，复守其母，没身不殆。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塞其兑，闭其门，终身不勤；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开其兑，济其事，终身不救。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见小曰明，守柔曰强；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用其光，复归其明，无遗身殃，是为袭常。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【白话解读】道是宇宙起源，知其来源守其根本，便能终身不殆。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第五十二章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知其来源，守其根本，便能终身不殆。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天下有始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道是宇宙的开始，是天下万物的根源。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知子守母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知道万物的运作，仍要回归道的根本。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见小曰明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能觉察细微变化，才是真正的明智。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守柔曰强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保持柔弱谦下，才是真正的强大。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第五十三章 · 盗夸非道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使我介然有知，行于大道，唯施是畏。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大道甚夷，而民好径。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朝甚除，田甚芜，仓甚虚；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服文彩，带利剑，厌饮食，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财货有余，是谓盗夸。非道也哉！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【白话解读】走正道虽慢但稳，走捷径虽快但危险。表面的繁华掩盖不了内在的空虚。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第五十三章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 警示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盗夸非道——靠炫耀掩饰空虚，这不是道。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大道甚夷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平坦的大道就在那里，但人们偏要走捷径。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民好径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人心浮躁，总想找捷径成功。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表里不一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表面光鲜亮丽，内在一无所有——这是社会的病态。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非道也哉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强盗式的炫耀，不是真正的道。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第五十三章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🏭 社会现象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朝甚除，田甚芜，仓甚虚 → 城市光鲜，农村凋敝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💰 炫富心理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服文彩，带利剑，厌饮食 → 用名牌掩饰内心不安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📈 捷径心态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而民好径 → 都想一夜暴富，不愿踏实做事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🎭 盗夸心态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财货有余，是谓盗夸 → 虚荣攀比的恶性循环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第五十四章 · 善建不拔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善建者不拔，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善抱者不脱，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子孙以祭祀不辍。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修之于身，其德乃真；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修之于家，其德乃余；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修之于乡，其德乃长；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修之于国，其德乃丰；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修之于天下，其德乃普。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【白话解读】德行由近及远，从个人到天下，层层扩展，终身受益。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第五十四章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德行由近及远，从个人修养扩展到天下治理。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修身为本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一切从个人修养开始——自身不正，难以服人。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由内而外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从个人到家庭到乡里到国家到天下，德行逐步放大。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基业长青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真正的事业传承，靠的是德行而非金钱或权力。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祭祀不辍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有德的家族，子孙后代会永远纪念和传承。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亚里士多德 · 美德伦理学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美德是一种习惯，通过实践培养，形成品格。约前350年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演化生物学 · 适应性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真正适应性强的特质，才能在漫长历史中传承下去。1859年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罗马斯多葛 · 四主德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智慧、勇气、正义、节制——个人修养的四个支柱。约0年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基因传递 · 遗传与文化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真正传递的不是财富，而是智慧和价值观。现代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企业管理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企业文化的建立如同修道——需要从上到下的德行传递，才能基业长青。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家庭教育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父母修身，子女自然模仿。身教重于言教，德行是最好的传承。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个人成长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每天反省自己，修身养性，让自己的德行一点点进步。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社会治理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领导人有德，人民自然归附。以德服人者，天下归心。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中国典故：颜回的不二法门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【论语·雍也】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子曰：'贤哉，回也！一箪食，一瓢饮，在陋巷，人不堪其忧，回也不改其乐。贤哉，回也！'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颜回身处简陋，却不改其乐——这就是'德'的体现。内在的德行才是根本，外在的物质不重要。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【现代应用】职场不追求奢华，生活知足常乐，理财德本财末。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第16课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第五十二章：天下有始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知其母，守其子，终身不殆。见小曰明，守柔曰强。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第五十三章：盗夸非道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走正道不行捷径，盗夸非道，表里如一才是真。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第五十四章：善建不拔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修德于身家乡国天下，由近及远，子孙传承。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上善若水，水善利万物而不争。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道德经第八章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