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国学经典29章 · 第29课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1E3C72"/>
                </a:solidFill>
              </a:defRPr>
            </a:pPr>
            <a:r>
              <a:t>《道德经》第88-90章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小国寡民 · 至治之世 · 文化自信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5486400" cy="109728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使有什伯之器而不用，使民重死而不远徙。</a:t>
            </a:r>
          </a:p>
          <a:p>
            <a:pPr algn="ctr">
              <a:defRPr sz="1400">
                <a:solidFill>
                  <a:srgbClr val="B4B4B4"/>
                </a:solidFill>
              </a:defRPr>
            </a:pPr>
            <a:r>
              <a:t>—— 第八十章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今日课程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第八十八章：小国寡民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邻国相望，鸡犬之声相闻，民至老死不相往来。理想的治国境界是让百姓安居乐业。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第八十九章：至治之世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天下皆谓我道大，似不肖。夫唯大，故似不肖。若肖，久矣其细。道的广大无法形容。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第九十章：文化自信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知足者富，强行者有志。不失其所者久，死而不亡者寿。道法自然，知足常乐。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第八十八章 · 小国寡民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小国寡民，使有什伯之器而不用，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使民重死而不远徙。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虽有舟舆，无所乘之；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虽有甲兵，无所陈之。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使人复结绳而用之。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甘其食，美其服，安其居，乐其俗。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邻国相望，鸡犬之声相闻，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民至老死不相往来。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国家小，百姓少。即使有各种器具也不使用，让人民重视死亡而不向远方迁徙。虽然有车船，没有地方要乘坐；虽然有兵器，没有地方要陈列。让人重新用结绳记事的办法。人民吃得很香甜，穿得很美观，住得很安适，生活得很快乐。相邻的国家互相望得见，鸡鸣狗叫的声音互相听得见，而人民直到老死也不相往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第八十八章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小国寡民，使有什伯之器而不用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国家小、百姓少，各种器具都用不上——返璞归真，不过度依赖工具，保持简朴的生活方式。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使民重死而不远徙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让人民重视死亡、不向远方迁徙——安居乐业，珍惜乡土，不为名利奔波。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虽有舟舆，无所乘之；虽有甲兵，无所陈之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虽有车船兵器，却没有使用的需求——天下太平，不需要运输和战争，社会达到理想状态。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邻国相望，鸡犬之声相闻，民至老死不相往来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相邻国家鸡犬相闻，百姓到老死也不相往来——不是隔绝，而是满足现状，不互相干扰。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第八十八章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小国寡民——不是要国家贫弱，而是追求一种简朴、安宁、自足的理想社会状态，让人民安居乐业。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简朴生活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使有什伯之器而不用——不过度依赖工具，保持内心的清净与简朴。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安土重迁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使民重死而不远徙——珍惜当下，不为名利奔波，安于本土生活。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甘美安乐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甘其食，美其服，安其居，乐其俗——对现有生活满足、满意，心态平和。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不相往来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民至老死不相往来——不是封闭隔绝，而是不互相争夺、和睦共处。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第八十九章 · 至治之世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天下皆谓我道大，似不肖。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夫唯大，故似不肖。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若肖，久矣其细。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夫唯大，故似不肖。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若肖，久矣其细也。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天下人都对我说：道太大了，好像什么都不像。正因为道太大，所以好像什么都不像。如果像什么具体的东西，它早就变得渺小了。道之所以大，正因为它不像任何具体的事物，无形无象，无所不包。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第八十九章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天下皆谓我道大，似不肖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天下人都认为道太大了，好像什么都不像——道的广大超越常人认知，难以用具体事物来形容。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夫唯大，故似不肖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正因为道太大，所以好像什么都不像——道的伟大在于它的无边无际、无形无象。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若肖，久矣其细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如果道像某个具体的东西，它早就变得渺小了——凡是可以形容的东西都是有限的，道是不可形容的。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道的超越性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道超越一切具体形态，无法用言语形容——越是描述道，就越偏离道的本质。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第八十九章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道大难肖——道之所以伟大，正因为它不像任何具体事物，无形无象，无所不包。真正的伟大是超越形象的。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道大似不肖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道太大以至于不像任何东西——道的广大超越常人的想象和认知。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大故似不肖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正因为大，所以不像——伟大之物无法用具体形象来描述。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若肖久细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如果像具体事物，就变得渺小了——凡可形容者皆有限，道无限。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无形之形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道无形无象，却无所不包——真正的伟大超越一切形象和概念。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第九十章 · 文化自信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知足者富，强行者有志。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不失其所者久，死而不亡者寿。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不失其所者久，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死而不亡者寿。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知足者富，强行者有志。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不失其所者久，死而不亡者寿。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知道满足的人是富有的，努力行事的人是有志向的。不丧失根本的人就能长久，人死了但精神不朽才是真正的长寿。知足的人即使物质不多也感到富有，努力进取的人有明确的目标和意志。不失去根本的人能持久一生，死后精神仍然存在的才是真正的长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知足者富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知道满足的人就是富有的——富不在于拥有多少，而在于是否满足。贪得无厌的人永远是贫穷的。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强行者有志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努力奋斗的人是有志向的——不断精进、努力前行的人，才是真正有远大志向的人。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不失其所者久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不丧失根本的人能够长久——无论做什么，不失去自己的根基和原则，才能持久。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死而不亡者寿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死了但精神不朽才是真正的长寿——肉体有尽，精神传承无尽，真正的长寿是精神的永存。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第九十章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知足者富，强行者有志，死而不亡者寿——真正的富有是知足，真正的志向是强行，真正的长寿是精神不朽。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知足者富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知道满足就是富有——不贪心、不攀比，内心充实才是真正的富。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强行者有志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努力前行的人有志向——不断精进、持之以恒，才是真正的有志者。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不失其所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不丧失根本才能长久——守住本心、不忘初心，才能持久发展。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死而不亡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精神永存才是真正的长寿——肉体会消亡，但精神和思想可以传承千古。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三章精华 · 一以贯之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第八十八章：小国寡民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邻国相望，鸡犬之声相闻，民至老死不相往来。简朴生活，安土重迁，甘美安乐。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第八十九章：至治之世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天下皆谓我道大，似不肖。夫唯大，故似不肖。若肖，久矣其细——道之超越性。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第九十章：文化自信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知足者富，强行者有志，不失其所者久，死而不亡者寿——精神不朽的真正长寿。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🏡 生活简化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小国寡民 → 在物质丰富的时代，主动简化生活，不过度消费，保持内心清净。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💰 知足常乐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知足者富 → 减少对物质的过度追求，珍惜已拥有的，感受当下的幸福。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💪 持续精进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强行者有志 → 在自己认定的道路上持续努力，不轻言放弃，有志向才能成功。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🌳 守住根本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不失其所者久 → 无论外界如何变化，守住自己的原则和底线，不随波逐流。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📚 精神传承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死而不亡者寿 → 通过著述、教学、创作，让精神和智慧传承下去，实现真正的永恒。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第29课 · 结语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知足者富，强行者有志</a:t>
            </a:r>
          </a:p>
          <a:p>
            <a:pPr algn="ctr">
              <a:spcBef>
                <a:spcPts val="1000"/>
              </a:spcBef>
              <a:defRPr sz="1800" i="1">
                <a:solidFill>
                  <a:srgbClr val="4682B4"/>
                </a:solidFill>
              </a:defRPr>
            </a:pPr>
            <a:r>
              <a:t>不失其所者久，死而不亡者寿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小国寡民，鸡犬相闻而不往来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道家智慧：小国寡民不是倒退，而是回归简朴；知足者富不是消极，而是真正的智慧。</a:t>
            </a:r>
          </a:p>
          <a:p>
            <a:pPr algn="ctr">
              <a:spcBef>
                <a:spcPts val="800"/>
              </a:spcBef>
              <a:defRPr sz="1500">
                <a:solidFill>
                  <a:srgbClr val="4682B4"/>
                </a:solidFill>
              </a:defRPr>
            </a:pPr>
            <a:r>
              <a:t>不失其所，强行有志——守住根本，持续精进，精神永存。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