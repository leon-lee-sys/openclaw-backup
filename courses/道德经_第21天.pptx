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第21课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《道德经》第64-66章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为之于未有 · 千里之行 · 出生入死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合抱之木，生于毫末。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第六十四章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第六十四章 · 为之于未有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572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其安易持，其未兆易谋，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其脆易泮，其微易散。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为之于未有，治之于未乱。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合抱之木，生于毫末；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九层之台，起于累土；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千里之行，始于足下。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为者败之，执者失之。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是以圣人无为，故无败；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无执，故无失。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民之从事，常于几成而败之。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慎终如始，则无败事。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【白话解读】安稳时容易维持，未成形时容易谋划。在事情没有发生之前就处理好，在混乱没有形成之前就治理好。合抱的大树从嫩芽生长，九层高台从泥土堆起，千里远行从脚下开始。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第六十四章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为之于未有，治之于未乱。千里之行始于足下，慎终如始则无败事。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为之于未有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在事情没有发生前就处理好——防患于未然。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千里之行始于足下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再大的事业也是从第一步开始——不积跬步无以至千里。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慎终如始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快到终点时像刚开始一样谨慎——坚持到底才能成功。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无为无败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不妄为就不失败，不强求就不失去——顺其自然才是正道。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第六十五章 · 玄德深矣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0233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古之善为道者，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非以明民，将以愚之。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民之难治，以其智多。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故以智治国，国之贼；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不以智治国，国之福。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知此两者，亦稽式。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常知稽式，是谓玄德。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玄德深矣，远矣，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与物反矣，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然后乃至大顺。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【白话解读】古代善于行道的人，不是让人民聪明巧智，而是让人民淳朴敦厚。人民难治理是因为巧智太多。用智巧治国是国家的祸害，不用智巧治国是国家的幸福。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第六十五章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以智治国，国之贼；不以智治国，国之福。玄德深远，与物反矣。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将以愚之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让人民淳朴敦厚而非投机取巧——返璞归真的智慧。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以智治国国之贼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用权谋智巧治理国家，反而是祸害——巧智带来混乱。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玄德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深远的德行——不是小聪明，是大智若愚的境界。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与物反矣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与社会流行的价值观相反——道往往与世俗背道而驰。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第六十四-六十五章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🏗️ 风险管理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为之于未有 → 好的风险管理是在风险发生前就预防，而不是事后补救。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👔 领导力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慎终如始 → 创业者最怕的就是成功后失去初心，慎终如始才能持续成功。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📚 教育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将以愚之 → 教育的本质不是教人变得精明，而是让人淳朴厚道。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🎯 专注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千里之行始于足下 → 不要想着走捷径，每一步都认真走，就是最快的路。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第六十六章 · 天下皆谓我大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0233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天下皆谓我大，似不肖。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夫唯大，故似不肖。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若肖，久矣其细也夫！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我有三宝，持而保之：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一曰慈，二曰俭，三曰不敢为天下先。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慈故能勇，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俭故能广，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不敢为天下先故能成器长。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今舍慈且勇，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舍俭且广，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舍后且先，死矣！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【白话解读】天下人都说我伟大，不像任何具体的东西。正因为伟大，所以不像。如果像，早就渺小了！我有三件宝贝：一是慈爱，二是俭朴，三是不敢走在天下人前面。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第六十六章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我有三宝：慈、俭、不敢为天下先。慈故能勇，俭故能广，不敢为天下先故能成器长。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慈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慈爱是根本——慈爱才能真正勇敢，不是匹夫之勇。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俭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俭朴才能宽广——不挥霍才能长久，俭才能有余。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不敢为天下先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不争先反而能成为领导者——甘居人下才能领导人心。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舍之死矣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舍弃这三宝而追求勇、广、先，就走向死亡了。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亚里士多德 · 中庸之道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美德处于两个极端之间——勇敢在卤莽和怯懦之间，俭朴在奢侈和吝啬之间。约前350年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爱比克泰德 · 斯多葛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真正的自由是控制自己的欲望，不被外物支配。约100年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塞缪尔·斯迈尔斯 · 自助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自助者天助之——自己的成功靠自己的努力。1859年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乔布斯 · 专注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专注意味着对成百上千的好主意说不。2011年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自我管理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慈故能勇 → 心中有爱才能有真正的勇气，不是逞强斗狠。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理财观念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俭故能广 → 收入再高，不挥霍才能积累财富，才能宽广从容。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职场发展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不敢为天下先 → 不急于出风头，先倾听再发言，反而更容易被尊重。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创业哲学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慎终如始 → 成功时保持创业初期的心态，不忘初心。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中国典故：范蠡三散财富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【史记·越王勾践世家】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范蠡辅佐越王勾践灭吴复国后，主动辞职经商，三次散尽家财又三次重新富有。他居住于定陶，自称陶朱公，认为赚取财富是用来救助困厄之人，而非个人享受。他的儿子们却舍不得钱财，最终招来灾祸。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范蠡"俭故能广"——不把财富当私产，俭朴不奢，才能真正宽广从容。三散家财反而让他更有境界。"俭"不仅是节俭，更是心中有度。"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【现代应用】财富：赚得多不如花得值，俭朴是持续的智慧。教育：慈爱是给孩子最好的礼物，不是物质。职场：不敢为天下先，先倾听再行动，反而更容易成功。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第21课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第六十四章：为之于未有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合抱之木生于毫末，千里之行始于足下，慎终如始则无败事。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第六十五章：玄德深矣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以智治国国之贼，返璞归真是真正的智慧。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第六十六章：我有三宝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慈故能勇，俭故能广，不敢为天下先故能成器长。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我有三宝，持而保之。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道德经第六十六章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