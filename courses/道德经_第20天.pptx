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第20课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《道德经》第64-66章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其安易持 · 古之善为道者 · 江海能为百谷王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1E3C72"/>
                </a:solidFill>
              </a:defRPr>
            </a:pPr>
            <a:r>
              <a:t>江海所以能为百谷王者，以其善下之。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—— 第六十六章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第六十四章 · 其安易持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43891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其安易持，其未兆易谋。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其脆易泮，其微易散。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为之于未有，治之于未乱。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合抱之木，生于毫末；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九层之台，起于累土；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千里之行，始于足下。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为者败之，执者失之。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是以圣人无为，故无败；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无执，故无失。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民之从事，常于几成而败之。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慎终如始，则无败事。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【白话解读】局面安稳时容易维持，事情还没露头时容易想办法。脆弱的东西容易破碎，细微的东西容易散开。在问题还没出现时就处理好，在混乱还没形成时就预防好。合抱的大树从细小的萌芽长成，九层高台从一筐土开始，千里远行从脚下开始。强为的人会失败，硬抓的人会失去。圣人顺其自然，所以不失败；不硬抓，所以不失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第六十四章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为之于未有，治之于未乱——最好的治理是预防问题发生，而非出了问题再补救。千里之行，始于足下——再大的事，也得从眼前的小事做起。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其安易持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安稳时容易维持——居安思危，在顺境时保持警觉。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为之于未有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在问题还没出现时就处理——预防永远胜于补救。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千里之行，始于足下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再大的事业也是从眼前的小步开始——不要轻视每一天的积累。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慎终如始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结束时像开始时一样谨慎——坚持到底才是真正的成功。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第六十五章 · 古之善为道者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古之善为道者，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非以明民，将以愚之。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民之难治，以其智多。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故以智治国，国之贼；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不以智治国，国之福。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知此两者，亦稽式。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常知稽式，是谓玄德。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玄德深矣，远矣，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与物反矣，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然后乃至大顺。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【白话解读】古代善于行道的人，不是让人民变得聪明精巧，而是让人民保持淳朴。百姓难以治理，是因为他们的巧智太多。所以用智巧来治理国家，是国家的祸害；不用智巧来治理，是国家的幸福。懂得这两个区别，就懂得了治国的法则。永远守住这个法则，就是深远的德行。这种深远的德行啊，又深又远，与万物一起复归道的怀抱，最终达到最大的顺应自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第六十五章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将以愚之——道家说的"愚"不是愚蠢，而是淳朴返璞。让百姓保持纯朴的心智，社会才能长治久安。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非以明民，将以愚之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不让百姓变得巧智精巧，而是保持纯朴——巧智反而让社会更混乱。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以智治国，国之贼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用智巧治理国家反而是祸害——算计越多，人心越乱。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玄德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深远的德行——不求表面光鲜，但求内在深厚。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与物反矣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与万物一起回归道的本质——最终达到大顺其自然的状态。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第六十六章 · 江海能为百谷王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江海所以能为百谷王者，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以其善下之，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故能为百谷王。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是以圣人欲上民，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必以言下之；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欲先民，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必以身后之。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是以圣人处上而民不重，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处前而民不害。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是以天下乐推而不厌。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以其不争，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故天下莫能与之争。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【白话解读】江海之所以能成为百川的领袖，是因为它善于处在低下的位置，所以能成为百川之王。所以圣人想要居于人民之上，必须先用言语表示谦下；想要站在人民前面，必须把自己放在后面。因此圣人虽然地位在上，但人民不觉得沉重；虽然站在前面，但人民不觉得受害。天下人都乐意推戴他而不讨厌他。因为他不争，所以天下没有人能和他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第六十六章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江海善下——能处于最低处，才能成大事。圣人不争，故天下莫能与之争——最强大的力量是不争。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善下之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江海居下而成百谷王——谦下才是真正的尊贵。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欲上必下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想居上必须先处下——想要领导，先学会服务。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处上而不重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身居高位但百姓不觉沉重——好的领导让人轻松。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不争而莫能争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因为不争，所以无人能争——最无敌的境界是不争。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第六十四-六十六章 · 现代反思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🏛️ 领导力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欲上必下 → 真正高明的领导者，是那些愿意服务别人的人。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💰 理财智慧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千里之行，始于足下 → 理财从每一笔小钱开始，复利需要时间。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7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🔄 风险管理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为之于未有 → 最好的投资风险控制是在亏损发生之前。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🌱 长期主义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慎终如始 → 不管做什么，坚持到最后才是真正的胜利。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老子与蒙田 · 怀疑主义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真正的智慧在于知道自己的无知——中西方哲人都反对过度精巧的计算。约1580年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亚当·斯密 · 无形的手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最好的经济秩序不是政府设计出来的——与"为道之愚"的智慧相通。1776年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海德格尔 · 老子影响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西方存在主义大家也向东方哲学寻求突破——道法自然的智慧超越东西方。约1940年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 Buffett · 价值投资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没有人愿意慢慢变富——但"千里之行，始于足下"正是复利思维的本质。1950年代至今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企业管理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为之于未有 → 建立风险预警系统，在问题爆发前就解决它。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投资理财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千里之行，始于足下 → 定投指数基金，坚持20年，你会超过大多数聪明人。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人际交往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善下之 → 想赢得尊重，先学会倾听和尊重别人。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个人成长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慎终如始 → 每天坚持一点点，比三天打鱼两天晒网强一万倍。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中国典故：萧何月下追韩信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286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【史记·淮阴侯列传】</a:t>
            </a:r>
          </a:p>
          <a:p>
            <a:pPr>
              <a:spcBef>
                <a:spcPts val="1000"/>
              </a:spcBef>
              <a:defRPr sz="1500">
                <a:solidFill>
                  <a:srgbClr val="333333"/>
                </a:solidFill>
              </a:defRPr>
            </a:pPr>
            <a:r>
              <a:t>韩信原本只是项羽军中一个小小的执戟郎中，多次献策不被采纳，于是逃离楚营。萧何知道韩信是大才，连夜追赶，终于追回韩信，并向刘邦极力推荐。刘邦拜韩信为大将军，最终在楚汉争霸中击败项羽。萧何的伟大在于：他不看表面身份，只看内在才能；懂得在发现人才时果断行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启示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"千里之行，始于足下"——韩信的成功始于那关键的一步：被萧何追回。但更关键的是萧何：他懂得识别和珍惜真正的人才。每个人都要找到自己的"萧何"。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【现代应用】职场：识别并追随真正的领导者比职位高低更重要。人生：找到你的"萧何"——那个能发现你潜力的人。投资：找到适合自己的投资策略，然后坚持。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第20课 · 三章精华总结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第六十四章：其安易持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为之于未有，治之于未乱。千里之行，始于足下。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第六十五章：古之善为道者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非以明民，将以愚之。以智治国，国之贼。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第六十六章：江海能为百谷王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善下之，故能为百谷王。圣人不争，故天下莫能与之争。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以其不争，故天下莫能与之争。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—— 道德经第六十六章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