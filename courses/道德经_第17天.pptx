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国学经典24章 · 第17课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1E3C72"/>
                </a:solidFill>
              </a:defRPr>
            </a:pPr>
            <a:r>
              <a:t>《道德经》第55-57章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66666"/>
                </a:solidFill>
              </a:defRPr>
            </a:pPr>
            <a:r>
              <a:t>含德之厚 · 希言自然 · 企者不立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5303520"/>
            <a:ext cx="54864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i="1">
                <a:solidFill>
                  <a:srgbClr val="1E3C72"/>
                </a:solidFill>
              </a:defRPr>
            </a:pPr>
            <a:r>
              <a:t>含德之厚，比于赤子。</a:t>
            </a:r>
          </a:p>
          <a:p>
            <a:pPr algn="ctr">
              <a:defRPr sz="1400">
                <a:solidFill>
                  <a:srgbClr val="666666"/>
                </a:solidFill>
              </a:defRPr>
            </a:pPr>
            <a:r>
              <a:t>—— 第五十五章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第五十五章 · 含德之厚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36576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含德之厚，比于赤子。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蜂虿虺蛇不螫，猛兽不据，攫鸟不搏。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骨弱筋柔而握固，未知牝牡之合而朘作，精之至也。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终日号而不嗄，和之至也。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知和曰常，知常曰明，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益生曰祥，心使气曰强。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物壮则老，谓之不道，不道早已。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【白话解读】含德深厚的人，像初生婴儿——毒虫不咬他，猛兽不伤他。婴儿筋骨柔弱却握拳牢固，不知道男女之事却能勃起，这是精气充沛的表现。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第五十五章 · 核心思想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最高的德行就像初生婴儿——纯真、柔弱、精气充沛，这才是道的境界。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1. 含德之厚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真正有德之人，像婴儿一样纯真无害，不具备攻击性。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2. 精之至也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精气充沛是道的表现——不是软弱，是内在充实。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3. 和之至也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阴阳调和是自然的状态——不是没有矛盾，是和谐平衡。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4. 物壮则老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过于强壮反而走向衰老——太过极端就不符合道了。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第五十六章 · 知者不言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38404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知者不言，言者不知。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塞其兑，闭其门，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挫其锐，解其纷，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和其光，同其尘，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是谓玄同。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故不可得而亲，不可得而疏；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不可得而利，不可得而害；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不可得而贵，不可得而贱。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故为天下贵。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2120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【白话解读】真正知道的人不说话，说话的人不是真正知道。塞住嗜欲的孔窍，关闭欲念的心门，挫折锋芒，解散纷扰，涵敛光耀，混同尘世——这就是与道玄妙同一的境界。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第五十六章 · 核心思想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与道玄同的人超越了亲疏、利害、贵贱的分别——这是天下最尊贵的境界。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1. 知者不言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真正明白道的人不夸夸其谈——道是不可言说的。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2. 塞兑闭门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关闭感官门窗，不被外物干扰——内观自心。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3. 玄同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与道合一的状态——不分彼此，没有分别心。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4. 天下贵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达到玄同境界的人，是天下最可贵的。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第五十五-五十六章 · 现代反思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🏋️ 养生之道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含德之厚比于赤子 → 养生不是吃补品，而是保养精气神，保持内心纯真。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😤 情绪管理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心使气曰强 → 控制情绪而不是被情绪控制，这才是真正的强大。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79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🤐 言语之道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知者不言 → 真正有智慧的人不急于表达，听比说更重要。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12064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⚖️ 平常心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不可得而贵贱 → 对得失、荣辱保持平常心，不因外物而动摇。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第五十七章 · 希言自然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402336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希言自然。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飘风不终朝，骤雨不终日。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孰为此者？天地。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天地尚不能久，而况于人乎？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故从事于道者，道者同于道，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德者同于德，失者同于失。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同于道者，道亦乐得之；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同于德者，德亦乐得之；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同于失者，失亦乐得之。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信不足焉，有不信焉。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949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【白话解读】少说话才是自然的。狂风刮不了一早晨，暴雨下不了一整天。谁使它这样的？是天地。天地都不能持久，何况人呢？追求道的人与道合一，追求德的人与德合一。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第五十七章 · 核心思想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狂风骤雨都不能持久，人更不能狂妄自大。顺应自然，少说多做，才能长久。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1. 希言自然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少说话才是道的运作方式——言多必失，不如行动。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2. 飘风骤雨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极端的手段不能持久——再大的狂风也有平息的时候。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3. 从事于道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追求什么就会得到什么——与道合一，道也乐于接纳你。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4. 信不足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诚信不足的人，人们自然不信任他——这是他自己的问题。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🌍 西方思想对照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卢梭 · 自然状态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人类最初像婴儿一样纯真，社会腐化了自然状态。1754年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赫拉克利特 · 万物流变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一切都在变化中，没有什么是永恒的，包括狂风和暴雨。约前500年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海德格尔 · 沉默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真正的语言是沉默——言说要出于本真，不是空话。1927年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84632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怀特海 · 过程哲学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实体是过程，而非静态物体——一切都在成为之中。1929年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📌 现代应用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企业管理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希言自然 → 领导少干预，给员工空间，让团队自我运作。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个人成长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从事于道者 → 找准方向，持续投入，时间会给你答案。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危机处理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飘风不终朝 → 再大的危机也会过去，保持冷静，不要过度反应。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人际交往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信不足焉 → 与人交往要守信用，一次失信可能毁掉所有信任。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📜 中国典故：庄子的无用之树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22860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【庄子·内篇·逍遥游】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匠石之齐，至于曲辕，见栎社树。其大蔽数千牛，絜之百围。观者如市，匠伯不顾。弟子厌观之，走及匠石曰：'自吾执斧斤以随夫子，未尝见材如此其美也。先生不肯视，行不辍，何邪？'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49039"/>
            <a:ext cx="8229600" cy="9144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💡 启示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这棵树因为"没用"所以没被砍伐——无用是大用。这与"希言自然"一样，都是道家顺其自然、不强求的智慧。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【现代应用】职场：不必强求出人头地，做好本分，无用之地有时是最大的保护。生活中：知足常乐，不争才是最大的争。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第17课 · 三章精华总结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第五十五章：含德之厚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含德深厚如赤子，精气充沛，柔弱胜刚强，物壮则老。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8229600" cy="13716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第五十六章：知者不言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知者不言，塞兑闭门，与道玄同，超越亲疏贵贱。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06240"/>
            <a:ext cx="8229600" cy="13716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第五十七章：希言自然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飘风骤雨不终日，少说多做，顺应自然才能长久。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486400"/>
            <a:ext cx="8229600" cy="914400"/>
          </a:xfrm>
          <a:prstGeom prst="roundRect">
            <a:avLst/>
          </a:prstGeom>
          <a:solidFill>
            <a:srgbClr val="1E3C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知者不言，言者不知。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—— 道德经第五十六章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