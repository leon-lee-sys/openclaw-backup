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国学经典32章 · 第32课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1E3C72"/>
                </a:solidFill>
              </a:defRPr>
            </a:pPr>
            <a:r>
              <a:t>《道德经》第97-99章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致知 · 为而不争 · 以其不争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5486400" cy="109728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知人者智，自知者明。</a:t>
            </a:r>
          </a:p>
          <a:p>
            <a:pPr algn="ctr">
              <a:defRPr sz="1400">
                <a:solidFill>
                  <a:srgbClr val="B4B4B4"/>
                </a:solidFill>
              </a:defRPr>
            </a:pPr>
            <a:r>
              <a:t>—— 第七十三章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今日课程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第九十七章：致知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古之善为道者，微妙玄通，深不可识。真正的智者超越常人认知，难以描述。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第九十八章：为而不争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为而不争，与而不取。不居功，不自是，以玄德感化天下，自然归附。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第九十九章：以其不争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上善若水，水善利万物而不争。夫唯不争，天下莫能与之争。不争之争，是为玄德。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第九十七章 · 致知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3891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古之善为道者，微妙玄通，深不可识。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夫唯不可识，故强为之容：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豫兮，若冬涉川；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犹兮，若畏四邻；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俨兮，其若客；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涣兮，若冰之将释；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敦兮，其若朴；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旷兮，其若谷；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混兮，其若浊。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孰能浊以止？静之徐清。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孰能安以久？动之徐生。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保此道者，不欲盈。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夫唯不盈，故能敝不新成。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5216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古代善于行道的人，微妙玄通，深不可识。正因为不可识，所以只能勉强形容：小心啊，像冬天涉水过河；迟疑啊，像害怕四周邻国；庄重啊，像在做客；流动啊，像冰将要融化；敦厚啊，像未经雕琢的木头；空旷啊，像幽深的山谷；浑厚啊，像浑浊的黄河。谁能让浑浊停止？安静下来就会慢慢清澈。谁能让安定长久？运动起来就会慢慢生长。保持这个道的人，不追求盈满。正因为不盈满，所以能够保持旧的状态而不追求新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第九十七章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古之善为道者，微妙玄通，深不可识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古代善于行道的人，微妙玄通，深不可识——真正得道之人，其境界超越常人理解，无法用言语形容。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豫兮，若冬涉川；犹兮，若畏四邻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小心迟疑，如冬天涉水、害怕四邻——行事谨慎，不轻举妄动，敬畏天地人事。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俨兮，其若客；涣兮，若冰之将释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庄重如客，流动如冰将融——既保持严肃恭敬，又自然流畅，不拘泥刻板。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敦兮，其若朴；旷兮，其若谷；混兮，其若浊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敦厚如朴，空旷如谷，浑厚如浊——外表朴素、内心深邃、与世无争。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保此道者，不欲盈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保持此道的人，不追求盈满——不满不溢，知止不贪，所以能保持长久。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第九十七章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致知——真正的智者微妙玄通，深不可识。他们谨慎若冬涉川，敦厚若朴，旷达若谷，与世无争，不欲盈满。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深不可识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善为道者微妙玄通——真正的得道者境界深远，非常人所能识。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七种形容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豫、犹、俨、涣、敦、旷、混——谨慎、迟疑、庄重、流动、敦厚、空旷、浑厚。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浊清安久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静之徐清，动之徐生——动荡中方能清晰，安静中方能长久。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不欲盈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保此道者不欲盈——不满不溢，知止不贪，方能持久。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第九十八章 · 为而不争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为而不争，与而不取。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善为道者，不以知争。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以其不争，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故天下莫能与之争。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为而不争，功成不居。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夫唯不居，是以不去。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玄德深矣，远矣，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与物反矣，然后乃至大顺。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有所作为但不争夺，给予但不索取。善于行道的人，不以智慧争夺。正因为他不争，所以天下没有人能与他争夺。有作为但不争夺，功业成就却不居功。正因为不居功，所以功业不会离去。玄德深奥啊，遥远啊，与万物同返于道，然后才能达到最大的顺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第九十八章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为而不争，与而不取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有所作为但不争夺，给予但不索取——为道者无私无欲，只管付出，不问收获。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善为道者，不以知争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善于行道的人，不以智慧争夺——不用智巧争抢，不以才华压人。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以其不争，故天下莫能与之争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正因为他有不争的美德，所以天下没有人能与他争夺——不争者无敌。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功成不居，夫唯不居，是以不去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功业成就却不居功，正因为不居功，所以功业不会离去——退让反而保全。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玄德深矣，远矣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玄德深奥遥远，与万物同返于道——然后达到最大的顺应境界。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第九十八章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为而不争——行道者有所作为但不争夺，功成不居。不争之争，是为玄德。夫唯不争，天下莫能与之争。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为而不争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做事尽心尽力，但不与人争夺——只问付出，不问回报。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与而不取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给予但不索取——慷慨奉献，不求报偿。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不以知争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不用智巧争夺——不耍小聪明，不争一时之快。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功成不居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成就功业却不居功——谦退让贤，反而保全。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7724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玄德大顺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玄德深远，与物反矣——返回道的本源，达到大顺境界。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第九十九章 · 以其不争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上善若水，水善利万物而不争。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处众人之所恶，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故几于道。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居善地，心善渊，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与善仁，言善信，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正善治，事善能，动善时。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夫唯不争，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故无尤。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江海所以能为百谷王者，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以其善下之，是以能为百谷王。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最高的善就像水一样，水善于利益万物而不争夺。停留在众人所厌恶的地方，所以接近于道。居住善于选择地方，心胸善于沉静，与人交往善于仁爱，说话善于诚信，执政善于治理，做事善于发挥才能，行动善于把握时机。正因为不争夺，所以没有过失。江海之所以能成为山谷之王，是因为它善于处在低下的位置，所以能成为山谷之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第九十九章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上善若水，水善利万物而不争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最高的善就像水——水滋润万物而不争功，处下不争，近于道。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处众人之所恶，故几于道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停留在众人所厌恶的低洼处，所以接近于道——甘居人下，是道的品质。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七善：居、心、与、言、正、事、动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居善地，心善渊，与善仁，言善信，正善治，事善能，动善时——处世的七种智慧。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夫唯不争，故无尤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正因为不争夺，所以没有过失——不争则无矛盾，无尤则无忧。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江海善下，故能为百谷王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江海善于处在低下位置，所以能成为山谷之王——处下是成就伟大的秘密。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第九十九章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上善若水——水善利万物而不争，处众人之所恶，故几于道。夫唯不争，天下莫能与之争。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上善若水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最高的善像水一样——柔弱却能攻坚，利他而不争。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处下不争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处众人之所恶——甘居人下，不与人争，是道的品质。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七善之道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居善地，心善渊，与善仁，言善信，正善治，事善能，动善时——完整的处世智慧。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不争无尤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不争夺就没有过失——无欲则刚，无争则无忧。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7724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善下为王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江海善下，故能为百谷王——处下是成就伟大的秘密。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三章精华 · 一以贯之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第九十七章：致知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古之善为道者，微妙玄通，深不可识。不欲盈，保此道者故能敝不新成——谨慎内敛，不求盈满。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第九十八章：为而不争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为而不争，与而不取，功成不居。夫唯不争，天下莫能与之争——玄德深远，大顺于道。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第九十九章：以其不争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上善若水，水善利万物而不争。夫唯不争，故无尤——处下不争，无尤无忧。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现实联想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🧠 认知谦逊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致知 → 知道越多，越意识到自己无知。真正有智慧的人不会自以为是，而是保持开放心态。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💼 为而不争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为而不争 → 在职场中做事尽心，但不为名利争夺，容易获得信任和重用。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🌊 上善若水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水善利万物而不争 → 做生意也好，做管理也好，先让别人得利，自己自然受益。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🏔️ 甘居人下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处众人之所恶 → 年轻人主动承担脏活累活，看似吃亏，实则积累经验和信任。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⏳ 不欲盈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保此道者不欲盈 → 成功时不骄傲，不自满，保持空杯心态，才能持续进步。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💼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🎯 为而不争的领导者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领导者做事但不为争夺功劳，让团队成员获得荣誉，自己退居幕后。这样的领导者更能凝聚团队，获得追随。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💧 水的管理哲学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像水一样滋养员工，而不是压迫员工。给予员工成长机会，关心员工福祉，自然赢得尊重。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📊 不居功反而保功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不居功的管理者反而能保全自己的地位。争功会失去人心，不争则众望所归。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🌊 处下成就伟大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江海善下故能为百谷王——管理者谦下，员工愿意归附。傲上的管理者最终孤立无援。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⚖️ 七善的领导者素质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居善地（定好位）、心善渊（有深度）、与善仁（有爱心）、言善信（有信用）、正善治（有方法）、事善能（有才能）、动善时（把握时机）——完整的领导力模型。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