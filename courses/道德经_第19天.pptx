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国学经典24章 · 第19课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3C72"/>
                </a:solidFill>
              </a:defRPr>
            </a:pPr>
            <a:r>
              <a:t>《道德经》第61-63章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大国者下流 · 道者万物之奥 · 为无为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i="1">
                <a:solidFill>
                  <a:srgbClr val="1E3C72"/>
                </a:solidFill>
              </a:defRPr>
            </a:pPr>
            <a:r>
              <a:t>大国者下流，天下之交。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—— 第六十一章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第六十一章 · 大国者下流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3891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大国者下流，天下之交。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天下之牝，牝常以静胜牡，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以静为下。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故大国以下小国，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则取小国；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小国以下大国，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则取大国。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故或下以取，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或下而取。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大国不过欲兼畜人，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小国不过欲入事人。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夫两者各得其所欲，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大者宜为下。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【白话解读】大国应当像江河的下游，处于天下交汇之地。雌柔常以安静战胜雄强，因为安静处于下方。所以大国用谦下的态度对待小国，就能取得小国的信任；小国用谦下的态度对待大国，就能被大国容纳。双方各取所需，大国尤其应该处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第六十一章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大国者下流——真正强大的国家懂得处下，以谦和的态度对待小国，才能赢得尊重与信任。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下流之道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大国像江河下游，包容万流——强大的同时保持谦下，才是真正的强大。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牝静胜牡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雌柔以静胜刚——安静、谦下才是真正的力量。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两者各得其欲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大国小国各取所需——外交的本质是互利，不是单方索取。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大者宜为下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越强大越要谦下——德高望重的领导者从不盛气凌人。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第六十二章 · 道者万物之奥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8404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道者，万物之奥。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善人之宝，不善人之所保。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美言可以市，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尊行可以加人。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人之不善，何弃之有？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故立天子，置三公，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虽有拱璧以先驷马，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不如坐进此道。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古之所以贵此道者何？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不曰：求以得，有罪以免与？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故为天下贵。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【白话解读】道是万物的庇护所。善良的人把它当作宝贝，不善的人也用它来保护自己。美好的言语可以换来尊敬，善良的行为可以提升人。对不善的人，道又怎会舍弃他们呢？所以即使贵为天子，设置三公，拥有美玉驷马，也不如安心求道。自古以来人们为何如此看重道？因为有求就能得到，有罪也能被赦免——道是天下最珍贵的东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第六十二章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道者万物之奥——道庇护万物，无论善与不善，有求就能得，有罪就能免。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万物之奥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道是万物的庇护所——不论好人坏人都需要道的保护。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善人之宝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善良的人把道当作珍宝——道让善人的善行更加坚定。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不善人之所保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不善的人也能用道保护自己——道慈悲广大，不弃一人。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求以得，有罪以免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有求就能得到，有罪可以被赦免——道的恩典是无条件的。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第六十三章 · 为无为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114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为无为，事无事，味无味。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大小多少，报怨以德。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图难于其易，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为大于其细。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天下难事，必作于易；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天下大事，必作于细。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是以圣人终不为大，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故能成其大。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夫轻诺必寡信，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多易必多难。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是以圣人犹难之，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故终无难。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【白话解读】以无为的态度去作为，以不搅扰的方式去行事，以恬淡无味为滋味。无论大事小事、大仇大怨，都以德相报。做难的事要从容易的地方入手，做大事要从细小的地方着眼。容易的事认真做，小事认真做，就是难事大事的解决之道。圣人始终不做大事，所以能成就大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第六十三章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为无为，事无事——最高明的作为是不妄为，从容易和小处着手，终能成大事。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为无为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以无为的态度去作为——不折腾、不妄动、不多事，顺其自然。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图难于其易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做难事先从容易的地方入手——防微杜渐，把问题扼杀在萌芽。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报怨以德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用德行来回应怨恨——以德报怨，化解矛盾而非激化矛盾。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终无难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圣人把容易的事当难事认真做——所以最终没有真正的难事。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第六十一-六十三章 · 现代反思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🏛️ 外交哲学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大国者下流 → 强大的国家更需要谦和，否则众叛亲离。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💰 理财智慧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图难于其易 → 理财从存钱开始，从小额投资开始，不要想着一夜暴富。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79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🔄 为人处世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报怨以德 → 与其记仇不如以德报怨，格局大的人不纠缠小事。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🌱 长期主义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为大于其细 → 成就大业的人，都懂得把每一件小事做到极致。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🌍 西方思想对照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修昔底德 · 雅典与斯巴达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新兴大国必然挑战现有霸权，但战争并非不可避免——大国博弈更需要智慧而非冲动。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马基雅维利 · 君主论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君主应以被畏惧而非被爱戴为目标——但老子认为谦下才是长久之道。约1513年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老子的"处下"与林肯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林肯：没有谁比我更渺小——谦逊的领导者赢得最深的尊重。1855年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修昔底德陷阱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格雷厄姆·艾利森：大国竞争不必走向战争——修昔底德陷阱可以被智慧规避。2012年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📌 现代应用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企业管理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大国者下流 → 越是大企业，越要谦和对待供应商和员工，才能长久。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投资理财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图难于其易 → 投资理财从稳健开始，不要被高风险产品迷惑。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人际交往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报怨以德 → 记仇伤身，以德报怨不是软弱而是格局。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个人修养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为无为 → 少折腾、少焦虑，顺其自然反而更容易成事。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中国典故：刘备的"以德服人"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2860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【三国演义】</a:t>
            </a:r>
          </a:p>
          <a:p>
            <a:pPr>
              <a:spcBef>
                <a:spcPts val="1000"/>
              </a:spcBef>
              <a:defRPr sz="1500">
                <a:solidFill>
                  <a:srgbClr val="333333"/>
                </a:solidFill>
              </a:defRPr>
            </a:pPr>
            <a:r>
              <a:t>刘备三顾茅庐请诸葛亮出山，面对诸葛亮的傲慢与考验毫不动怒，最终以真诚打动了卧龙先生。刘备的成功不是靠武力，而是靠德行和谦和——他懂得"大国者下流"的智慧，用谦下的态度赢得了天下英才的归心，建立了蜀汉政权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 启示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真正的大国、大家、大人物，都懂得"处下"的智慧。谦和不是软弱，而是最强大的力量。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【现代应用】职场：谦和的领导更能凝聚团队力量。商场：服务态度决定客户忠诚度。人生：越谦逊的人越能获得尊重。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第19课 · 三章精华总结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第六十一章：大国者下流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真正强大的国家懂得处下，以谦和赢得尊重与信任。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第六十二章：道者万物之奥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道庇护万物，有求以得，有罪以免，是天下最贵之物。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第六十三章：为无为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图难于其易，为大于其细——把容易和小事做好，就是难事大事的成功之道。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为无为，事无事，味无味。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—— 道德经第六十三章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