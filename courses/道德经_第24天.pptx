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第24课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529B"/>
                </a:solidFill>
              </a:defRPr>
            </a:pPr>
            <a:r>
              <a:t>《道德经》第73-75章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勇于敢则杀 · 天网恢恢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00529B"/>
                </a:solidFill>
              </a:defRPr>
            </a:pPr>
            <a:r>
              <a:t>勇于不敢则活，此两者，或利或害。</a:t>
            </a:r>
          </a:p>
          <a:p>
            <a:pPr algn="ctr">
              <a:defRPr sz="1400">
                <a:solidFill>
                  <a:srgbClr val="404040"/>
                </a:solidFill>
              </a:defRPr>
            </a:pPr>
            <a:r>
              <a:t>—— 第七十三章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第七十三章 · 勇于敢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529B"/>
                </a:solidFill>
                <a:latin typeface="SimSun"/>
              </a:defRPr>
            </a:pPr>
            <a:r>
              <a:t>勇于敢则杀，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勇于不敢则活。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此两者，或利或害。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天之所恶，孰知其故？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是以圣人犹难之。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天之道，不争而善胜，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不言而善应，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繟然而善谋。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天网恢恢，疏而不失。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【白话解读】勇于敢作敢为就会招致杀身之祸，勇于不敢作为就能保全性命。这两种行为，一个有利一个有害。上天所厌恶的，谁能知道是什么缘故？圣人也难以解释。天道不争斗而善于获胜，不言语而善于回应，从容自然却善于谋划。天道就像一张巨大的网，虽然稀疏却不会漏失任何事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第七十三章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007A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勇于敢则杀，勇于不敢则活——真正的勇气不是逞强好胜，而是知道何时该退让。天网恢恢，疏而不失，善恶终有报。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1. 勇于敢则杀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敢于冒险、逞强好胜的人，往往招致灾祸——匹夫之勇不可取。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2. 勇于不敢则活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懂得退让、不轻举妄动的人，才能保全自己——柔弱胜刚强。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3. 天之道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天道不争而善胜，不言而善应——真正的强者是那些看似柔弱的人。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9496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4. 天网恢恢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天道如网，虽然稀疏却不会漏失——因果报应，真实不虚。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第七十四章 · 民不畏死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529B"/>
                </a:solidFill>
                <a:latin typeface="SimSun"/>
              </a:defRPr>
            </a:pPr>
            <a:r>
              <a:t>民不畏死，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奈何以死惧之？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若使民常畏死，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而为奇者，吾得执而杀之，孰敢？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常有司杀者杀。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夫代司杀者杀，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是谓代大匠斫。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夫代大匠斫者，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希有不伤其手矣。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人民不怕死，为什么还要用死来吓唬他们？如果让人民经常害怕死亡，而对那些作恶的人，我能够把他们抓来杀掉，谁还敢作恶？通常负责杀人的是司杀者。代替司杀者去杀人，就像代替木匠去砍木头。代替木匠砍木头的人，很少有不伤到自己手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第七十四章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007A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民不畏死，奈何以死惧之——当人民不再怕死时，严刑峻法就失去了威慑力。统治者不应代替天道去惩罚，而应顺应自然规律。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1. 民不畏死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当人民被逼到不怕死的境地时，统治者用死亡威胁他们已经没有用了——官逼民反。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2. 司杀者杀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上天才是真正的审判者，统治者不应越俎代庖——尊重自然法则。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3. 代大匠斫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代替天道执法者，往往会伤到自己——越权行事必有后患。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9496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4. 反思法治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单纯依靠严刑峻法无法长治久安——要从根本上解决民生问题。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第七十五章 · 民之饥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0529B"/>
                </a:solidFill>
                <a:latin typeface="SimSun"/>
              </a:defRPr>
            </a:pPr>
            <a:r>
              <a:t>民之饥，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以其上食税之多，是以饥。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民之难治，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以其上之有为，是以难治。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民之轻死，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以其求生之厚，是以轻死。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夫唯无以生为者，</a:t>
            </a:r>
          </a:p>
          <a:p>
            <a:pPr>
              <a:defRPr sz="1600">
                <a:solidFill>
                  <a:srgbClr val="00529B"/>
                </a:solidFill>
                <a:latin typeface="SimSun"/>
              </a:defRPr>
            </a:pPr>
            <a:r>
              <a:t>是贤于贵生。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【白话解读】人民所以饥饿，是因为统治者收取赋税太多，所以人民饥饿。人民所以难以治理，是因为统治者妄作为，所以人民难以治理。人民所以轻生冒死，是因为统治者过分追求自己的生活享受，所以人民轻生冒死。只有不追求生活享受的人，才比过分追求生活享受的人更高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第七十五章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007A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民之饥，以其上食税之多——人民的苦难根源在于统治者的贪婪。无为而治，才是治本之策。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1. 民之饥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税赋繁重是人民饥饿的根源——官府盘剥是社会动乱的导火索。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2. 民之难治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统治者的妄作非为是人民难以治理的原因——过多干预适得其反。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3. 民之轻死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当生存成为奢望时，人民就会冒死反抗——逼上梁山的根源。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9496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4. 贤于贵生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不追求奢侈生活的人，比贪图享乐的人更高尚——朴素才是真。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第七十三-七十五章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9B"/>
                </a:solidFill>
              </a:defRPr>
            </a:pPr>
            <a:r>
              <a:t>🧠 人生哲学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勇于不敢则活 → 真正的勇气是知道何时该退让，而非盲目冒进。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9B"/>
                </a:solidFill>
              </a:defRPr>
            </a:pPr>
            <a:r>
              <a:t>⚖️ 社会治理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民不畏死 → 单纯依靠惩罚无法治理社会，要从根源解决不公。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9B"/>
                </a:solidFill>
              </a:defRPr>
            </a:pPr>
            <a:r>
              <a:t>💰 经济发展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食税之多 → 合理的税收制度是社会稳定的基础，过度剥削必招反抗。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9B"/>
                </a:solidFill>
              </a:defRPr>
            </a:pPr>
            <a:r>
              <a:t>🌿 生活态度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贤于贵生 → 不攀比、不奢靡，知足常乐才是真正的富足。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529B"/>
                </a:solidFill>
              </a:defRPr>
            </a:pPr>
            <a:r>
              <a:t>老子 · 无为而治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天之道，不争而善胜——道家的自然法则，与斯宾诺莎的自然权利思想相通。约前500年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529B"/>
                </a:solidFill>
              </a:defRPr>
            </a:pPr>
            <a:r>
              <a:t>霍布斯 · 社会契约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民不畏死，奈何以死惧之——当人民不怕死亡时，统治者权威瓦解。1651年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529B"/>
                </a:solidFill>
              </a:defRPr>
            </a:pPr>
            <a:r>
              <a:t>卢梭 · 人民主权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税赋繁重导致人民起义——税收合法性来自人民的同意。1762年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529B"/>
                </a:solidFill>
              </a:defRPr>
            </a:pPr>
            <a:r>
              <a:t>亚当斯密 · 自由市场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不妄为才能治理好——政府少干预，市场自然运行。1776年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自我成长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勇于不敢则活 → 学会在适当时候退让，比盲目进取更重要。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8328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职场智慧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不争而善胜 → 通过合作而非竞争，往往能取得更大成就。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治国理政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无为而治 → 政府减少过度干预，让市场和社会自然运转。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94960"/>
            <a:ext cx="8229600" cy="9144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529B"/>
                </a:solidFill>
              </a:defRPr>
            </a:pPr>
            <a:r>
              <a:t>人生境界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贤于贵生 → 不被物质欲望束缚，精神自由才是真正的富足。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📜 中国典故：萧规曹随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529B"/>
                </a:solidFill>
              </a:defRPr>
            </a:pPr>
            <a:r>
              <a:t>【史记·曹相国世家】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曹参继萧何为相国，所有法令都不改变，只是一切遵循萧何的规定。他日夜饮酒，无所事事。有人想劝他，他就请人喝酒，直到那人醉倒。惠帝责怪曹参不治国。曹参问：陛下与高帝谁更圣明？惠帝说：我怎敢与先帝相比。曹参说：我与萧何谁更贤能？惠帝说：你似乎不如萧何。曹参说：高帝与萧何安定天下，法令已经明确，陛下垂拱而治，我等遵循法令，不就行了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007A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萧规曹随——无为而治的典范。不胡乱作为，遵循既定良法，让社会自然运转，这才是真正的治国智慧。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第24课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529B"/>
                </a:solidFill>
              </a:defRPr>
            </a:pPr>
            <a:r>
              <a:t>📖 第七十三章：勇于敢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勇于敢则杀，勇于不敢则活。天网恢恢，疏而不失。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529B"/>
                </a:solidFill>
              </a:defRPr>
            </a:pPr>
            <a:r>
              <a:t>📖 第七十四章：民不畏死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民不畏死，奈何以死惧之？代司杀者杀，希有不伤其手。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2F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529B"/>
                </a:solidFill>
              </a:defRPr>
            </a:pPr>
            <a:r>
              <a:t>📖 第七十五章：民之饥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以其上食税之多，是以饥。无以生为者，贤于贵生。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0052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天网恢恢，疏而不失。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道德经第七十三章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