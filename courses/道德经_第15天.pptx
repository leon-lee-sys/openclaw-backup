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第15课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《道德经》第46-48章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天下有道 · 不窥牖见天道 · 为学日益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天下有道，却走马以粪。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第四十六章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第四十六章 · 天下有道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天下有道，却走马以粪；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天下无道，戎马生于郊。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罪莫大于可欲，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祸莫大于不知足，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咎莫大于欲得。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故知足之足，常足矣。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【白话解读】天下有道时，战马用来耕田；天下无道时，战马在战场生育。最大的罪过是永无止境的欲望。知足才是真正的富足。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第四十六章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最大的罪恶是永无止境的欲望，知足才是真正的富足。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天下有道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政治清明时，战马退役耕田，社会安宁。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天下无道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政治黑暗时，战马用于战争，连怀胎的母马都要上战场。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知足之足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知道满足的那种满足，才是真正的、永远的满足。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欲壑难填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不知足是一切罪恶、灾祸、过失的根源。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第四十七章 · 不窥牖见天道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不出户，知天下；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不窥牖，见天道。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其出弥远，其知弥少。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是以圣人不行而知，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不见而名，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不为而成。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【白话解读】不出门能知天下事，不望窗外能见天道。走得越远，知道得越少。所以圣人不远行却知道，不看见却明了，不妄为却成功。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第四十七章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认识天道不需要远行，真正的智慧在于内省和悟道，而非走马观花。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不出户知天下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通过推理和内省，可以了解天下大事。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不窥牖见天道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通过观察自然规律，可以理解天道运行。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出弥远知弥少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跑得越远，见识越少——忙于外物，反而迷失内心。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圣人之道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圣人不依赖亲身经历，而是通过道来推断一切。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第四十六-四十七章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🏃 信息过载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其出弥远，其知弥少 → 每天刷手机10小时，获得的有效信息可能不如专注读一本书。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💰 消费主义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罪莫大于可欲 → 商家制造焦虑，让人觉得"必须拥有"，实际上是不知足的陷阱。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📚 内省之道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不出户，知天下 → 每天留出时间独处思考，比不断向外索取更能提升认知。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🎯 专注力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不见而名，不为而成 → 减少不必要的行动，专注最重要的事，反而更容易成功。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第四十八章 · 为学日益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为学日益，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为道日损，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损之又损，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以至于无为，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无为而无不为。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取天下常以无事，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及其有事，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不足以取天下。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【白话解读】追求学问，知识每天增加；追求大道，欲望每天减少。减到极致，就能无为；无为，反而什么都能做成。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第四十八章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为学是做加法，为道是做减法。放下执念，才能顺道而行，无为而无不为。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为学日益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追求知识和技能，需要不断积累——这是入世的态度。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为道日损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追求大道，需要不断放下——放下执念、偏见、欲望。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无为而无不为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不妄为反而什么都做成了——顺道而行，事半功倍。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取天下常以无事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治理天下要顺其自然，不扰民，不折腾。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苏格拉底 · 认识你自己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知道自己不知道，是智慧的开始。追求知识要先承认无知。约前400年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笛卡尔 · 怀疑一切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我思故我在——通过彻底怀疑找到最可靠的真理。1641年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奥卡姆 · 剃刀原理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如无必要，勿增实体——最简单的解释往往是最正确的。约1320年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爱因斯坦 · 想象力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想象力比知识更重要。知识有限，而想象力无限。1952年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个人成长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为学日益——保持学习，每天进步一点点，积少成多。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断舍离生活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为道日损——减少不必要的物质和执念，轻装上阵。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企业管理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无为而无不为——给团队足够的空间，不事事微管理。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投资理财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知足之足，常足矣——设定合理的收益目标，不贪婪。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中国典故：杨震"四知"拒金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【后汉书·杨震传】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杨震调任东莱太守时，路过昌邑县。县令王密曾受杨震提拔，深夜怀揣十斤金子要送给杨震。杨震拒绝。王密说："深夜无人知道。"杨震说："天知、神知、我知、子知，何谓无知？"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杨震的"四知"体现了"为道日损"的精神——放下私欲，心怀坦荡，自然无愧。知足不贪，才能常足。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【现代应用】职场拒绝不当利益，生活知足常乐，处事心怀坦荡。君子慎独，不因无人知晓而放松自我要求。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第15课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第四十六章：天下有道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知足之足，常足矣。不知足是一切罪恶灾祸的根源。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第四十七章：不窥牖见天道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不出户知天下，为道日损，圣人不行而成。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第四十八章：为学日益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为学做加法，为道做减法，无为而无不为。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为学日益，为道日损。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道德经第四十八章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