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第19课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《道德经》第61-63章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大邦者下流 · 出生入死 · 道者万物之奥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1E3C72"/>
                </a:solidFill>
              </a:defRPr>
            </a:pPr>
            <a:r>
              <a:t>大邦者下流，天下之牝。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—— 第六十一章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第六十一章 · 大邦者下流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3891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大邦者下流，天下之牝，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天下之交也。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牝常以静胜牡，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以静为下。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故大邦以下小邦，则取小邦；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小邦以下大邦，则取大邦。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故或下以取，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或下而取。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大邦不过欲兼畜人，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小邦不过欲入事人。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夫两者各得其所欲，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大者宜为下。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【白话解读】大国应当像处于江河的下游，甘居天下雌柔的位置。雌柔常以安静制服雄强，以静为下。大国对小国谦下，就能取得小国的信任；小国对大国谦下，就能被大国容纳。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第六十一章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大国谦下，则天下归心。柔弱胜刚强，安静为下，是道的法则。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大邦下流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大国像江河下流，甘居雌柔位置，以静制动。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牝静胜牡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雌柔常以安静制服雄强——柔弱胜刚强。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各得其欲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大国想兼畜人，小国想入事人——谦下才能各得所需。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大者宜为下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越是强大的，越应当谦下——这是领导的艺术。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第六十二章 · 道者万物之奥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3891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道者，万物之奥，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善人之宝，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不善人之所保。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美言可以市，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尊行可以加人。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人之不善，何弃之有？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故立天子，置三公，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虽有拱璧以先驷马，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不如坐进此道。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古之所以贵此道者何？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不曰求以得，有罪以免邪？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故为天下贵。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【白话解读】道是万物的保护者，善人珍视它，不善的人也依靠它。即使有不善的人，道也不会抛弃他们。所以即使有美玉驷马的尊贵，不如坐下来进献此道。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第六十二章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道是天下最尊贵的东西——有求就能得到，有罪也能免除。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道者万物之奥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道是万物的保护者和藏庇——无处不在，无所不包。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善人之宝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道是善人的珍宝——追求道就是追求善。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不善人之所保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道也是不善人的保护——即使不善，道也不弃。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有罪以免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道有求就能得到，有罪也能免除——这是天下最可贵的。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第六十一-六十二章 · 现代反思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🤝 外交智慧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大邦者下流 → 真正的强国不称霸，而是谦下待人，这样才能赢得尊重。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💼 商业谈判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各得其欲 → 好的谈判是让双方都得到想要的，而不是一方全赢。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7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👔 职场领导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大者宜为下 → 领导谦下，员工才愿意追随；高高在上只会让人远离。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🌍 国际关系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不善人之所保 → 即使立场不同，对话与合作的大门也不应关闭。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第六十三章 · 为无为，事无事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7548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为无为，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事无事，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味无味。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大小多少，报怨以德。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图难于其易，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为大于其细。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天下难事，必作于易；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天下大事，必作于细。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是以圣人终不为大，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故能成其大。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夫轻诺必寡信，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多易必多难。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是以圣人犹难之，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故终无难。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【白话解读】以无为的态度有所作为，以不滋事的方式处理事务，以无味为味。处理难事从容易的地方入手，做大事从小处着手。轻易许诺的人必定缺乏信用，把事情看得太容易必定会遇到困难。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第六十三章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为无为，事无事——从小处着手，从容易处入手，看似无为实则无不为。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为无为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以无为的态度有所作为——不妄为，顺其自然。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图难于易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处理难事从容易处入手——防患于未然。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为大于细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做大事从小处着手——积少成多，聚沙成塔。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终无难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把容易的事当难题认真对待，最终就没有困难了。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修昔底德 · 强国困境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雅典的崛起让斯巴达恐惧——强者谦下才能避免冲突。约前400年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老子与马基雅维利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无为而治 vs 铁腕统治——一柔一刚，治理风格迥异。约前400年/1513年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杰文斯 · 边际效用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价值取决于最后一单位的效用——小事不小，细处见真章。1867年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孙子兵法 · 形势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善战者，求之于势——顺势而为，事半功倍。约前500年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📌 现代应用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项目管理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图难于易 → 项目管理从小问题抓起，不要等到问题变大。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目标设定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为大于细 → 大目标分解成小步骤，每天进步一点点。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信用积累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轻诺必寡信 → 不要轻易许诺，说到做到才能建立信任。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危机处理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终无难 → 把每个小问题当大问题对待，才能避免大危机。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中国典故：张良的"圯下拾履"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2860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【史记·留侯世家】</a:t>
            </a:r>
          </a:p>
          <a:p>
            <a:pPr>
              <a:spcBef>
                <a:spcPts val="1000"/>
              </a:spcBef>
              <a:defRPr sz="1500">
                <a:solidFill>
                  <a:srgbClr val="333333"/>
                </a:solidFill>
              </a:defRPr>
            </a:pPr>
            <a:r>
              <a:t>张良刺杀秦始皇失败后，逃亡到下邳。有一天在桥上散步，一个老人故意把鞋甩到桥下，对张良说：'年轻人，下去帮我捡鞋！'张良惊讶，想打他，但看他年老，就下去捡了上来。老人又让他帮忙穿上，张良都照做了。老人说：'孺子可教也！'五日后，老人授予张良《太公兵法》。张良靠这部兵法辅佐刘邦，成就了汉朝大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 启示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张良能忍辱下人，最终成就大业——"大者宜为下"的最好例证。谦下不是软弱，是内在强大的表现。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【现代应用】职场：尊重前辈和下属，看似吃亏实则积累人脉。创业：从小事做起，谦下待人，赢得信任和合作机会。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第19课 · 三章精华总结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第六十一章：大邦者下流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大国谦下则取小国，柔弱胜刚强，大者宜为下。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第六十二章：道者万物之奥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道是天下贵重之物，有求以得，有罪以免。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第六十三章：为无为事无事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图难于易，为大于细，终无难。轻诺必寡信。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为无为，事无事，味无味。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—— 道德经第六十三章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