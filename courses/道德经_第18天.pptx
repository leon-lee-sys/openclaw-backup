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第18课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《道德经》第58-60章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其政闷闷 · 治人事天 · 出生入死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其政闷闷，其民淳淳。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第五十八章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第五十八章 · 其政闷闷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114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其政闷闷，其民淳淳；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其政察察，其民缺缺。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祸兮福之所倚，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福兮祸之所伏。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孰知其极？其无正。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正复为奇，善复为妖。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人之迷，其日固久。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是以圣人方而不割，廉而不刿，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直而不肆，光而不耀。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【白话解读】政治宽厚，人民就淳朴；政治严苛，人民就狡诈。灾祸中藏着幸福的种子，幸福里也藏着灾祸。祸福相依，辩证看问题才是道的智慧。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第五十八章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灾祸中藏着幸福的种子，幸福里也藏着灾祸。祸福相依，辩证看问题才是道的智慧。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闷闷与察察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政治宽厚则民淳朴，政治严苛则民狡诈——宽仁才能得人心。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祸福相依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灾祸中藏着幸福的种子，幸福里也藏着灾祸——事物无不相互转化。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其无正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没有绝对的正邪善恶——一切都在变化中，没有永恒的标准。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方而不割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圣人方正而不伤人，有棱角而不刺人——外圆内方的智慧。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第五十九章 · 治人事天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治人事天，莫若啬。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夫唯啬，是谓早服；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早服谓之重积德；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重积德则无不克；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无不克则莫知其极；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莫知其极，可以有国。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有国之母，可以长久。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是谓深根固柢、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长生久视之道。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【白话解读】治理人民、侍奉上天，没有比节俭更重要的了。节俭就是早做准备，早做准备就是不断积累德行。积累德行就没有什么不能克服的，没有什么不能克服就无法估计其力量——这样才能保有国家。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第五十九章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啬就是节俭、收敛。及早顺应天道，不断积累德行，才能深根固柢，长生久视。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啬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啬就是节俭、收敛——不过度消耗，才能细水长流。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早服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及早顺应天道——早做准备，防患于未然。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重积德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不断积累德行——德行深厚才能拥有无穷的力量。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深根固柢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根深叶茂，基业长青——养生和治国都是一个道理。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第五十八-五十九章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🏛️ 管理哲学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其政闷闷 → 好的管理是无声的渗透，不是处处设卡。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💰 理财智慧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啬 → 赚钱重要，存钱更重要。细水长流才能真正富裕。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🔄 祸福转化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祸兮福所倚 → 失败中藏着成功的种子，顺境中也要警惕风险。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🌱 长期主义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深根固柢 → 无论是养生、理财还是事业，都需要长期积累，不追求速成。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第六十章 · 治大国若烹小鲜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治大国，若烹小鲜。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以道莅天下，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其鬼不神。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非其鬼不神，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其神不伤人；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非其神不伤人，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圣人亦不伤人。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夫两不相伤，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故德交归焉。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治理大国，像煎小鱼一样——不能频繁翻动，否则会碎。以道来治理天下，鬼神都不灵了。不是鬼神不灵，而是它们不伤害人；不是它们不伤害人，而是圣人也根本不伤害人。双方互不伤害，德行就回归于道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治理大国若烹小鲜——不要折腾，顺其自然，无为而治，德行归道。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烹小鲜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煎小鱼不能翻动太多次——治理国家不能朝令夕改，政策要稳定。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以道莅天下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以道的原则治理天下——顺应规律，不妄为。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两不相伤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圣人和百姓互不伤害——最好的治理是让所有人都能各安其位。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德交归焉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德行回归于道——无为而治的终极目标。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黑格尔 · 辩证法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正反合——事物内部矛盾推动发展，正与反相互依存。1807年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尼采 · 永恒轮回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一切都在无限循环中，祸福交替是自然的永恒法则。1882年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老子与赫拉克利特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变才是唯一的不变——东西方哲人都发现了变化的本质。约前500年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海森堡 · 测不准原理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观测本身影响结果——人的介入会改变事物的走向。1927年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企业管理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烹小鲜 → 战略一旦确定，就要保持稳定，不要总变来变去。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投资理财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重积德 → 不追求一夜暴富，慢慢积累复利才是王道。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人际交往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方而不割 → 待人要圆融，有原则但不伤人。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个人修养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啬 → 精力有限，要啬己，不要过度消耗在无意义的事上。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中国典故：刘邦的"约法三章"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【史记·高祖本纪】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刘邦率军攻入咸阳时，与秦民约法三章：'杀人者死，伤人及盗抵罪。'其余繁苛法令一律废除。这一简单的约定，让秦地百姓大喜，纷纷犒劳军队。刘邦凭借这简单的"约法三章"赢得了民心，为日后建立汉朝奠定了基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"烹小鲜"的智慧——简单稳定的政策比复杂多变的法令更能得人心。治理如此，待人也是如此。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【现代应用】职场：简洁直接的管理方式比繁文缛节更有效。生活：简单的生活习惯更容易坚持。交友：真诚简单的交往更深得人心。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第18课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第五十八章：其政闷闷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祸福相依，辩证看世界。方而不割，光而不耀。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第五十九章：治人事天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啬为根本，重积德，深根固柢，长生久视。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第六十章：治大国若烹小鲜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以道莅天下，无为而治，两不相伤，德交归焉。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治大国，若烹小鲜。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道德经第六十章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