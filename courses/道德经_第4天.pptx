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第四课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《道德经》第10-12章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专气致柔 · 虚无之用 · 五色目盲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E3C72"/>
                </a:solidFill>
              </a:defRPr>
            </a:pPr>
            <a:r>
              <a:t>专气致柔，能婴儿乎？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—— 《道德经》第十章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第十章 · 专气致柔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2000">
                <a:solidFill>
                  <a:srgbClr val="333333"/>
                </a:solidFill>
              </a:defRPr>
            </a:pPr>
            <a:r>
              <a:t>载营魄抱一，能无离乎？</a:t>
            </a:r>
          </a:p>
          <a:p>
            <a:pPr>
              <a:spcBef>
                <a:spcPts val="400"/>
              </a:spcBef>
              <a:defRPr sz="2000">
                <a:solidFill>
                  <a:srgbClr val="333333"/>
                </a:solidFill>
              </a:defRPr>
            </a:pPr>
            <a:r>
              <a:t>专气致柔，能婴儿乎？</a:t>
            </a:r>
          </a:p>
          <a:p>
            <a:pPr>
              <a:spcBef>
                <a:spcPts val="400"/>
              </a:spcBef>
              <a:defRPr sz="2000">
                <a:solidFill>
                  <a:srgbClr val="333333"/>
                </a:solidFill>
              </a:defRPr>
            </a:pPr>
            <a:r>
              <a:t>涤除玄览，能无疵乎？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营魄抱一：精神和形体合一，能否不分离？——身心统一是健康之本。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专气致柔：凝聚精气达到柔顺，能否像婴儿一样？——柔弱才是生命力的象征。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涤除玄览：清除杂念反观内心，能否没有瑕疵？——心灵要常常洗练。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第十章 · 生活智慧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核心智慧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身心合一、柔顺自然、心灵澄澈——这是回归大道的三重修养。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1. 身心健康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现代人身心分离——身体在工作，心却在焦虑。学会专注当下，身心合一。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2. 柔顺之道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强硬易折，柔弱长存。太极拳正是"专气致柔"的最好体现。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3. 心灵洗练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每天给自己一段静心时间，洗去杂念，恢复心灵的清明。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第十一章 · 虚无之用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2000">
                <a:solidFill>
                  <a:srgbClr val="333333"/>
                </a:solidFill>
              </a:defRPr>
            </a:pPr>
            <a:r>
              <a:t>三十辐共一毂，当其无，有车之用。</a:t>
            </a:r>
          </a:p>
          <a:p>
            <a:pPr>
              <a:spcBef>
                <a:spcPts val="400"/>
              </a:spcBef>
              <a:defRPr sz="2000">
                <a:solidFill>
                  <a:srgbClr val="333333"/>
                </a:solidFill>
              </a:defRPr>
            </a:pPr>
            <a:r>
              <a:t>埏埴以为器，当其无，有器之用。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车毂之喻：三十根辐条汇聚车毂，正因为中间空虚，车才能行走——"无"才是真正的"用"。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器皿之喻：揉捏泥土做成器皿，正因为中间空虚，器皿才能盛物——虚空才是价值所在。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核心：有无相生：有与无相互依存，有之以为利，无之以为用——看不到的空间才是关键。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典故：有无相生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【老子出关】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函谷关令尹喜见紫气东来，知有圣人至。果然，老子骑青牛过函谷。尹喜请老子著书，老子留下《道德经》五千言，后西出函谷，不知所终。紫气东来，是因为有无形之气，才有了有形之经典。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无形的"道"，生出了有形的《道德经》——有因无生，道法自然。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🌍 西方哲学对照：海德格尔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"我们只关注存在者，却遗忘了存在本身。"——海德格尔（1927）《存在与时间》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【现代启示】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留白艺术：书法、绘画、音乐的留白，是"无"的妙用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组织管理：团队中的"授权空间"，让成员自主发挥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产品设计：App的"负空间"界面，反而更易用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第十二章 · 五色目盲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五色令人目盲；五音令人耳聋；五味令人口爽；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驰骋畋猎，令人心发狂；难得之货，令人行妨。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五色目盲：缤纷色彩让人眼花缭乱——过度刺激感官的，反而伤害感官。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五音耳聋：嘈杂声音让人耳聋——噪音让人失去对宁静的感知。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五味口爽：浓烈味道让味觉失灵——重口味反而降低对淡味的感受。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核心：适度：外物是为人服务的，人不应成为外物的奴隶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典故：五色目盲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【庄子·天地】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子贡南游，过汉阴，见一老人凿隧入井，抱瓮灌溉。子贡问："为何不用桔槔（汲水工具）？"老人答："有机械必有机心——有机心，则纯白不备，神生不定。"——追求便利与技巧，反而失去内心的纯粹与平静。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数字时代警示</a:t>
            </a:r>
          </a:p>
          <a:p>
            <a:pPr>
              <a:defRPr sz="1500">
                <a:solidFill>
                  <a:srgbClr val="C8C8C8"/>
                </a:solidFill>
              </a:defRPr>
            </a:pPr>
            <a:r>
              <a:t>五色令人目盲——刷短视频3小时，脑子"中毒"，专注力归零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【解决方案】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设定每日屏幕时间上限（如2小时）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培养静心习惯：阅读、书法、太极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亲近自然：山水草木，让人回归本真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🇬🇷 第欧根尼 · "极简主义" · 前4世纪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住在一个木桶里，晒太阳吃面包——欲望越少，自由越多。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🇺🇸 梭罗 · "瓦尔登湖" · 1854年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"大多数奢侈品，让生活变得复杂。"简化生活，返璞归真。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🇩🇪 本雅明 · "机械复制" · 1935年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工业时代使艺术品失去"光晕"——过度复制使文化失去灵魂。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8347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🇬🇧 密尔 · "功利主义批判" · 1863年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追求最大幸福不等于感官放纵——高质量的快乐更深刻持久。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生活中的智慧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🏢 极简办公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办公桌上堆满文件，反而找不到重要文件</a:t>
            </a:r>
            <a:br/>
            <a:r>
              <a:t>留白才有空间感——乔布斯也坚持极简工位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🧘 心灵减法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减少无效社交、减少碎片化信息输入</a:t>
            </a:r>
            <a:br/>
            <a:r>
              <a:t>给心灵留出空白，才能思考真正重要的事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投资哲学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"有"是账面数字，"无"是抗风险能力</a:t>
            </a:r>
            <a:br/>
            <a:r>
              <a:t>留足安全边际，不All-in——这才是"虚无之用"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578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👨‍👩‍👧 家庭教育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不给孩子报满培训班</a:t>
            </a:r>
            <a:br/>
            <a:r>
              <a:t>留白才有成长空间——"专气致柔"的下一代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💎 精华提炼 · 第四课总结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第十章·专气致柔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身心抱一，返璞归真——像婴儿一样纯粹，才能获得真正的力量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第十一章·虚无之用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有之以为利，无之以为用——虚空才是最大的用处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第十二章·五色目盲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为腹不为目，回归本真——不被感官欲望支配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一句话总结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上善若水，为而不争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守住内心的虚空与柔软，不被外物所役，才能获得真正的自在。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