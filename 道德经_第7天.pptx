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道德经</a:t>
            </a:r>
          </a:p>
          <a:p>
            <a:pPr algn="ctr">
              <a:defRPr sz="3600">
                <a:solidFill>
                  <a:srgbClr val="4682B4"/>
                </a:solidFill>
              </a:defRPr>
            </a:pPr>
            <a:r>
              <a:t>第31-35章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108960"/>
            <a:ext cx="36576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3C72"/>
                </a:solidFill>
              </a:defRPr>
            </a:pPr>
            <a:r>
              <a:t>第三十一章 佳兵不祥 | 第三十二章 知止不殆</a:t>
            </a:r>
            <a:br/>
            <a:r>
              <a:t>第三十三章 知人者智 | 第三十四章 不自为大</a:t>
            </a:r>
            <a:br/>
            <a:r>
              <a:t>第三十五章 往而不害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2026年4月14日 · 第7天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第三十一章 佳兵不祥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夫佳兵者，不祥之器。</a:t>
            </a:r>
            <a:br/>
            <a:r>
              <a:t>物或恶之，故有道者不处。</a:t>
            </a:r>
            <a:br/>
            <a:r>
              <a:t>君子居则贵左，用兵则贵右。</a:t>
            </a:r>
            <a:br/>
            <a:r>
              <a:t>兵者不祥之器，非君子之器，</a:t>
            </a:r>
            <a:br/>
            <a:r>
              <a:t>不得已而用之，恬淡为上。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【解读】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971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本章论战争之道。兵革为不祥之物，君子应淡然处之。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56432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【要点】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59352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兵器为不祥之器，圣人不得已而用之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443984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用兵应以恬淡为上，不可逞强好战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92861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战争应以防御为主，不可轻动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第三十二章 知止不殆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道常无名，朴。</a:t>
            </a:r>
            <a:br/>
            <a:r>
              <a:t>虽小，天下莫能臣。</a:t>
            </a:r>
            <a:br/>
            <a:r>
              <a:t>侯王若能守之，万物将自宾。</a:t>
            </a:r>
            <a:br/>
            <a:r>
              <a:t>天地相合，以降甘露，</a:t>
            </a:r>
            <a:br/>
            <a:r>
              <a:t>民莫之令而自均。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【解读】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971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道如同未经雕琢的朴玉，虽小却为天下所尊贵。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56432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【要点】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59352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道常无名，朴素的品质最为珍贵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443984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侯王若能守住道，万物自然归顺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92861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知止不殆，知道何时停止方可免于危险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第三十三章 知人者智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知人者智，自知者明。</a:t>
            </a:r>
            <a:br/>
            <a:r>
              <a:t>胜人者有力，自胜者强。</a:t>
            </a:r>
            <a:br/>
            <a:r>
              <a:t>知足者富，强行者有志。</a:t>
            </a:r>
            <a:br/>
            <a:r>
              <a:t>不失其所者久，死而不亡者寿。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【解读】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971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本章论修养境界。知人、自知、胜人、自胜，境界递进。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56432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【要点】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59352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知人者智：了解他人是有智慧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443984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自知者明：认识自己是真正的明智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92861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自胜者强：战胜自己才是真正的强者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54132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死而不亡：精神永存方为长寿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第三十四章 不自为大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大道泛兮，其可左右。</a:t>
            </a:r>
            <a:br/>
            <a:r>
              <a:t>万物恃之而生而不辞，</a:t>
            </a:r>
            <a:br/>
            <a:r>
              <a:t>功成不名有。</a:t>
            </a:r>
            <a:br/>
            <a:r>
              <a:t>衣养万物而不为主，常无欲，</a:t>
            </a:r>
            <a:br/>
            <a:r>
              <a:t>可名于小；万物归焉而不为主，</a:t>
            </a:r>
            <a:br/>
            <a:r>
              <a:t>可名为大。</a:t>
            </a:r>
            <a:br/>
            <a:r>
              <a:t>以其终不自为大，故能成其大。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【解读】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971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大道广泛流行，无所不至。因其不自以为大，故能成就其大。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56432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【要点】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59352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大道泛兮：道如河水泛滥，无处不在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443984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功成不名有：成就功业却不自以为有功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92861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衣养万物而不为主：滋养万物却不做主人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54132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不自为大故能成其大：因谦下而成就伟大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第三十五章 往而不害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执大象，天下往。</a:t>
            </a:r>
            <a:br/>
            <a:r>
              <a:t>往而不害，安平泰。</a:t>
            </a:r>
            <a:br/>
            <a:r>
              <a:t>乐与饵，过客止。</a:t>
            </a:r>
            <a:br/>
            <a:r>
              <a:t>道之出口，淡乎其无味，</a:t>
            </a:r>
            <a:br/>
            <a:r>
              <a:t>视之不足见，听之不足闻，</a:t>
            </a:r>
            <a:br/>
            <a:r>
              <a:t>用之不足既。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【解读】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971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得道者天下往，平和安泰。道虽平淡无味，用之不尽。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456432"/>
            <a:ext cx="1371600" cy="457200"/>
          </a:xfrm>
          <a:prstGeom prst="pentagon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【要点】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959352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执大象，天下往：把握大道者，天下归心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443984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往而不害，安平泰：归往而不相害，则平安泰和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928616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乐与饵，过客止：美食音乐只能留住过客</a:t>
            </a:r>
          </a:p>
        </p:txBody>
      </p:sp>
      <p:sp>
        <p:nvSpPr>
          <p:cNvPr id="11" name="Regular Pentagon 10"/>
          <p:cNvSpPr/>
          <p:nvPr/>
        </p:nvSpPr>
        <p:spPr>
          <a:xfrm>
            <a:off x="457200" y="5413248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道之用不足既：道的作用无穷无尽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第31-35章 总结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第三十一章：兵者不祥之器，恬淡为上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916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第三十二章：道常无名，知止不殆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860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第三十三章：知人自知，自胜者强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880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第三十四章：不自为大，故能成其大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4747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第三十五章：执大象，天下往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914400" y="4114800"/>
            <a:ext cx="7315200" cy="13716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E3C72"/>
                </a:solidFill>
              </a:defRPr>
            </a:pPr>
            <a:r>
              <a:t>【核心要义】</a:t>
            </a:r>
            <a:br/>
            <a:r>
              <a:t>道家以柔克刚、以退为进的思想贯穿始终。</a:t>
            </a:r>
            <a:br/>
            <a:r>
              <a:t>知止、自知、不自为大，方能成就大业。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